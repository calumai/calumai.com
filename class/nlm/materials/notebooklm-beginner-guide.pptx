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514590"/>
            <a:ext cx="17811750" cy="539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17"/>
              </a:lnSpc>
              <a:buNone/>
            </a:pPr>
            <a:r>
              <a:rPr lang="en-US" sz="2550" spc="306" kern="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數位生活學習系列 · 電腦操作講義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047726" y="3473503"/>
            <a:ext cx="17811750" cy="12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9000" spc="-135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047726" y="5187810"/>
            <a:ext cx="1523976" cy="9525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5" name="Text 3"/>
          <p:cNvSpPr/>
          <p:nvPr/>
        </p:nvSpPr>
        <p:spPr>
          <a:xfrm>
            <a:off x="1047726" y="5654380"/>
            <a:ext cx="178117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10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把資料放進筆記本，再請 AI 幫忙找重點。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047726" y="6751473"/>
            <a:ext cx="178117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510"/>
              </a:lnSpc>
              <a:buNone/>
            </a:pPr>
            <a:r>
              <a:rPr lang="en-US" sz="31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今天練習：加入資料 → 提問 → 核對答案 → 保存重點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26" y="9484102"/>
            <a:ext cx="6265604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本講義以電腦網頁版示範，手機按鈕位置可能不同。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今天先學這四件事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241936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2434852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2419365"/>
            <a:ext cx="16764133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建立一本筆記本，放同一個主題的資料。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047726" y="3485966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3501454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3485966"/>
            <a:ext cx="16764133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加入一份資料，這份資料就叫做「來源」。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1047726" y="4552568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5114" y="4568056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00105" y="4552568"/>
            <a:ext cx="16764133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提出問題，再點引用數字，回到原文核對。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1047726" y="5619169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5114" y="5634657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00105" y="5619169"/>
            <a:ext cx="16764133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把核對過的重點存成記事。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1047726" y="806200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47726" y="8336451"/>
            <a:ext cx="16678275" cy="52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先把這四件事做會，再練習語音摘要。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上課前先準備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9081" y="2419365"/>
            <a:ext cx="14127630" cy="12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準備一台可以上網的電腦，以及自己的 Google 帳號。Google 帳號不一定是 Gmail 信箱。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619081" y="3943219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請準備老師提供的練習文字或 PDF，不用私人資料。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619081" y="4867043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如果忘記密碼，請自己處理登入，不要把密碼告訴同學。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9081" y="5790866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操作時，按一下後先等畫面完成，不要連續按很多次。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638493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開啟 NotebookLM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886402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901890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886402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在瀏覽器網址列輸入 notebooklm.google.com。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410257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425745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410257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依畫面登入 Google 帳號。已登入時可能直接進入。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3067069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建立第一本筆記本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45770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47319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45770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按首頁右側「新增筆記本」。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5981560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5997048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5981560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出現新的操作畫面後，就可以命名及加入資料。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352694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把筆記本名稱改清楚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600604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616092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600604"/>
            <a:ext cx="4905500" cy="1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按左上方的筆記本名稱，輸入「我的第一本學習筆記」。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69593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71142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69593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輸入完成後，按一下名稱外的空白處。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3154672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選擇複製的文字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545308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560796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545308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按左邊「新增來源」，再按「複製的文字」。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145392"/>
            <a:ext cx="5715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26" y="6419836"/>
            <a:ext cx="5886450" cy="52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下一頁再貼上老師提供的練習通知。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3067069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貼上練習資料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45770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47319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45770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貼上老師提供的整份通知，核對內容完整。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5981560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5997048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5981560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按「插入」，等左邊來源清單出現這份資料。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800510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認識完整操作畫面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19114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20663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191145"/>
            <a:ext cx="5238883" cy="60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左邊「來源」放資料。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5219632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5235120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5219632"/>
            <a:ext cx="5238883" cy="60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中間「對話」輸入問題。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7726" y="6248119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5114" y="6263607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00105" y="6248119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右邊「工作室」查看記事、語音摘要等內容。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781392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第一次提問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172027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187515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172027"/>
            <a:ext cx="4905500" cy="1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輸入：請列出這堂課的日期、時間、地點與攜帶物品，並附上來源。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267358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282846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267358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按右下方送出箭頭，等回覆完成。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把問題問得更清楚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47726" y="2000226"/>
            <a:ext cx="17811750" cy="556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66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可以直接複製以下句子，換成自己的問題：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47726" y="3051581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7726" y="4230712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26" y="3345075"/>
            <a:ext cx="16678275" cy="63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「請只根據這份通知，列出時間、地點和要帶的物品。」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26" y="5409842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26" y="4524206"/>
            <a:ext cx="16678275" cy="63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「請用簡單的繁體中文說明，每點不超過兩句話。」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1047726" y="6588972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47726" y="5703336"/>
            <a:ext cx="16678275" cy="63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「這份資料沒有提到的事，請回答『資料未提及』。」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047726" y="8336452"/>
            <a:ext cx="16678275" cy="523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不要只問「幫我整理」，把想知道的內容說清楚。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3314753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看答案也要看引用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705389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720877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705389"/>
            <a:ext cx="5238883" cy="60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找到答案旁邊的引用數字。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5733876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574936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5733876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按一下數字，查看它引用哪一段原文。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3067069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回到原文核對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45770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47319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45770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比對原文和答案，特別檢查日期、時間、地點與數字。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5981560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5997048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5981560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原文沒寫的事，不要因為 AI 寫出來就當成事實。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638493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選擇這次要用的來源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886402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901890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886402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在左側來源清單，勾選這次要參考的資料。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410257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425745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410257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取消勾選只是暫時不用，不等於刪除資料。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638493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加入電腦裡的 PDF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886402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901890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886402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按「新增來源」，選擇上傳檔案，再選自己的 PDF。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410257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425745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410257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等待處理完成，確認左側清單出現檔名，再開始提問。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3067069"/>
            <a:ext cx="628650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加入一個網頁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45770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47319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45770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按「新增來源」，選擇網站，貼上文章網址。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5981560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5997048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5981560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按「插入」，匯入後打開來源，確認文字完整。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網頁和檔案的注意事項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9081" y="2419365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網頁網址通常只匯入該頁的文字，不是整個網站。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619081" y="3343188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網頁裡的圖片、嵌入影片及連到別頁的內容，不會全部帶入。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619081" y="4267011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有付費牆、需要登入或無法讀取的內容，可能無法使用。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9081" y="5190834"/>
            <a:ext cx="14127630" cy="12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貼上文字和上傳檔案，不要假定會跟原稿自動更新。若原稿改了，請核對筆記本來源是否仍是最新版本。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726096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把好用的答案存成記事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97400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98949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97400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先核對答案，再按回覆下方的圖釘圖示。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574089"/>
            <a:ext cx="5715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26" y="6848533"/>
            <a:ext cx="5886450" cy="52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提示名稱是「將訊息儲存至記事」。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483252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在右邊查看儲存的記事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731162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746649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731162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存好後，右側會出現「工作室 ＞ 記事」。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331245"/>
            <a:ext cx="5715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26" y="6605689"/>
            <a:ext cx="5886450" cy="100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儲存的回覆僅供檢視；要寫自己的內容，可用「新增附註」。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638493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想用聽的可以試語音摘要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886402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901890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886402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按右邊「工作室」的「語音摘要」。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410257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425745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410257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本次畫面會開啟「自訂語音摘要」，下一頁選語言。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2352694"/>
            <a:ext cx="5886450" cy="175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選好語言再開始生成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4600604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5114" y="4616092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00105" y="4600604"/>
            <a:ext cx="4905500" cy="1752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確認語言是「中文（繁體）」，也可輸入想聽的重點。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26" y="6695935"/>
            <a:ext cx="647584" cy="647584"/>
          </a:xfrm>
          <a:prstGeom prst="ellipse">
            <a:avLst/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114" y="6711423"/>
            <a:ext cx="692808" cy="65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00105" y="6695935"/>
            <a:ext cx="49055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要製作時再按「立即生成」，等完成後播放。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448424" y="1916132"/>
            <a:ext cx="9791801" cy="6359317"/>
          </a:xfrm>
          <a:prstGeom prst="rect">
            <a:avLst/>
          </a:prstGeom>
          <a:ln w="108415">
            <a:solidFill>
              <a:srgbClr val="EAE9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839" y="2024546"/>
            <a:ext cx="9574973" cy="6142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語音摘要的小提醒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9081" y="2419365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語音摘要是 AI 生成的聲音，不是真人錄製的課程。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619081" y="3343188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生成可能需要幾分鐘，等完成後再按播放。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619081" y="4267011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不懂的地方，回到原文或用對話繼續問。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9081" y="5190834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人名、地名、族語拼音及數字可能讀錯，請自己核對。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619081" y="6114658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如果畫面沒有這項功能，先完成前面的文字練習即可。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保護自己的資料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9081" y="2419365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練習時，只用公開資料、自己寫的文章，或有權使用的教材。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619081" y="3343188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不要上傳身分證、密碼、學生名冊、病歷或私人對話。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619081" y="4267011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分享前先確認對象和權限，不要隨手設成公開。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619081" y="5190834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傳送喜歡或不喜歡的回饋時，相關內容可能送交 Google 處理。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619081" y="6114658"/>
            <a:ext cx="15087760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使用公用電腦後，記得登出自己的 Google 帳號。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課堂實作檢查表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2490753"/>
            <a:ext cx="457132" cy="457132"/>
          </a:xfrm>
          <a:prstGeom prst="roundRect">
            <a:avLst>
              <a:gd name="adj" fmla="val 4167"/>
            </a:avLst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47768" y="2419365"/>
            <a:ext cx="16931704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我建立了一本筆記本，並改好名稱。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047726" y="3414577"/>
            <a:ext cx="457132" cy="457132"/>
          </a:xfrm>
          <a:prstGeom prst="roundRect">
            <a:avLst>
              <a:gd name="adj" fmla="val 4167"/>
            </a:avLst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768" y="3343188"/>
            <a:ext cx="16931704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我加入一份練習資料，確認內容完整。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26" y="4338400"/>
            <a:ext cx="457132" cy="457132"/>
          </a:xfrm>
          <a:prstGeom prst="roundRect">
            <a:avLst>
              <a:gd name="adj" fmla="val 4167"/>
            </a:avLst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768" y="4267011"/>
            <a:ext cx="16931704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我問了兩個問題，找到至少一個引用。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1047726" y="5262224"/>
            <a:ext cx="457132" cy="457132"/>
          </a:xfrm>
          <a:prstGeom prst="roundRect">
            <a:avLst>
              <a:gd name="adj" fmla="val 4167"/>
            </a:avLst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768" y="5190834"/>
            <a:ext cx="16931704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我回到原文核對日期、時間或地點。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047726" y="6186047"/>
            <a:ext cx="457132" cy="457132"/>
          </a:xfrm>
          <a:prstGeom prst="roundRect">
            <a:avLst>
              <a:gd name="adj" fmla="val 4167"/>
            </a:avLst>
          </a:prstGeom>
          <a:ln w="15488">
            <a:solidFill>
              <a:srgbClr val="B6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768" y="6114658"/>
            <a:ext cx="16931704" cy="63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3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我把核對過的重點存成記事。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1047726" y="806200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47726" y="8336451"/>
            <a:ext cx="16678275" cy="523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完成後，請向老師展示自己的畫面。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遇到問題先這樣做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26" y="2266906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26" y="320125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26" y="2503216"/>
            <a:ext cx="4400497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找不到筆記本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05310" y="2503216"/>
            <a:ext cx="12908408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先確認是否登入同一個 Google 帳號。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26" y="413560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26" y="3437567"/>
            <a:ext cx="4400497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沒有回答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505310" y="3437567"/>
            <a:ext cx="12908408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確認來源已處理完成，而且有勾選。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26" y="506995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26" y="4371917"/>
            <a:ext cx="4400497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答案太長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505310" y="4371917"/>
            <a:ext cx="12908408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請它「用三個重點，每點一句話」。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26" y="600430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47726" y="5306267"/>
            <a:ext cx="4400497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答案看起來不對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505310" y="5306267"/>
            <a:ext cx="12908408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點引用回原文，不要一直請 AI 猜。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47726" y="693865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7726" y="6240617"/>
            <a:ext cx="4400497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7D54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匯入失敗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505310" y="6240617"/>
            <a:ext cx="12908408" cy="507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019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先換成老師提供的文字練習，不要急著付費。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給老師的上課與列印提醒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9081" y="2419365"/>
            <a:ext cx="1508776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建議先完成加入文字、提問、查引用、存記事，再教 PDF 與語音。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619081" y="3152615"/>
            <a:ext cx="1508776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練習通知可由老師投影，或將附帶文字檔傳給學員複製。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619081" y="3885866"/>
            <a:ext cx="1508776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列印請選 A4 橫向、100% 原尺寸、每張一頁。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619081" y="4619117"/>
            <a:ext cx="1508776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畫面與操作核對日期：2026 年 10 月 21 日。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19081" y="5352367"/>
            <a:ext cx="1508776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本次網頁畫面顯示 Gemini Notebook；不同帳號介面可能不同。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19081" y="6085618"/>
            <a:ext cx="1508776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來源更新方式依類型而異，Drive 匯入與貼上文字不要混為一談。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6" y="952500"/>
            <a:ext cx="17811750" cy="8953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00"/>
              </a:lnSpc>
              <a:buNone/>
            </a:pPr>
            <a:r>
              <a:rPr lang="en-US" sz="5400" spc="108" kern="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官方操作說明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47726" y="2000226"/>
            <a:ext cx="17811750" cy="556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366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下列連結可在電子版點選。介面更新時，以實際畫面為準。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47726" y="4166703"/>
            <a:ext cx="763899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26" y="3299231"/>
            <a:ext cx="7868166" cy="65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57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認識與建立筆記本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601108" y="4166703"/>
            <a:ext cx="763911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01108" y="3299231"/>
            <a:ext cx="7868292" cy="65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57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來源類型和匯入限制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047726" y="5289569"/>
            <a:ext cx="763899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726" y="4422098"/>
            <a:ext cx="7868166" cy="65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57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對話與引用核對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601108" y="5289569"/>
            <a:ext cx="763911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1108" y="4422098"/>
            <a:ext cx="7868292" cy="65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57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記事的儲存與使用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1047726" y="6412435"/>
            <a:ext cx="763899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26" y="5544963"/>
            <a:ext cx="7868166" cy="65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57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語音摘要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9601108" y="6412435"/>
            <a:ext cx="763911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01108" y="5544963"/>
            <a:ext cx="7868292" cy="65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57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隱私權與使用條款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047726" y="8336452"/>
            <a:ext cx="16678275" cy="523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68"/>
              </a:lnSpc>
              <a:buNone/>
            </a:pPr>
            <a:r>
              <a:rPr lang="en-US" sz="2550" dirty="0">
                <a:solidFill>
                  <a:srgbClr val="201E1D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操作畫面：本次私人教學示範筆記本。教材不含私人帳號資料。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47726" y="9484102"/>
            <a:ext cx="2826609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92"/>
              </a:lnSpc>
              <a:buNone/>
            </a:pPr>
            <a:r>
              <a:rPr lang="en-US" sz="1950" dirty="0">
                <a:solidFill>
                  <a:srgbClr val="201F1D">
                    <a:alpha val="6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入門教學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2026-10-21T10:52:11Z</dcterms:created>
  <dcterms:modified xsi:type="dcterms:W3CDTF">2026-10-21T10:52:11Z</dcterms:modified>
</cp:coreProperties>
</file>