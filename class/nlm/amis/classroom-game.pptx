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057400" cy="411480"/>
          </a:xfrm>
          <a:prstGeom prst="roundRect">
            <a:avLst>
              <a:gd name="adj" fmla="val 28889"/>
            </a:avLst>
          </a:prstGeom>
          <a:solidFill>
            <a:srgbClr val="174438"/>
          </a:solidFill>
          <a:ln w="12700">
            <a:solidFill>
              <a:srgbClr val="1744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132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南勢阿美語 · 課堂搶答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上課用語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04088" y="28346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5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看題目，先猜；翻一頁，再揭曉。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04088" y="379476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8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從進教室到身體不舒服，選出教材原句的意思。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04088" y="57332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44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題 · 投影、口答、舉牌都可用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怎麼玩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488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BFA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先看南勢阿美語詞句。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BFA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學生口答或舉 A／B／C 牌。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BFA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翻下一頁，核對正解與 PDF 頁碼。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576072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本簡報由教材中的少量詞句編成遊戲題卡；正式授課前請族語教師核對。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01 關 · 詞語配對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快進教室！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mautang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遲到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受傷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請假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先口答或舉牌，再翻到下一張揭曉。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年情境族語：上課用語（南勢阿美語）》 · PDF 印刷第 5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答案揭曉 · 詞語配對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快進教室！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mautang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遲到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受傷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請假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正解 A · 遲到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年情境族語：上課用語（南勢阿美語）》 · PDF 印刷第 5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02 關 · 詞語配對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老師，我想去……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tatayi’an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河邊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廁所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教會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先口答或舉牌，再翻到下一張揭曉。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年情境族語：上課用語（南勢阿美語）》 · PDF 印刷第 5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答案揭曉 · 詞語配對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老師，我想去……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tatayi’an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河邊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廁所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教會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正解 B · 廁所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年情境族語：上課用語（南勢阿美語）》 · PDF 印刷第 5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03 關 · 詞語配對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身體不舒服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sinawal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發燒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暈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痛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先口答或舉牌，再翻到下一張揭曉。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年情境族語：上課用語（南勢阿美語）》 · PDF 印刷第 5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答案揭曉 · 詞語配對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身體不舒服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sinawal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發燒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暈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痛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正解 B · 暈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年情境族語：上課用語（南勢阿美語）》 · PDF 印刷第 5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04 關 · 時間辨識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今天星期幾？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sakalima a remiad namilipay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星期三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星期日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星期五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先口答或舉牌，再翻到下一張揭曉。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年情境族語：上課用語（南勢阿美語）》 · PDF 印刷第 5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答案揭曉 · 時間辨識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今天星期幾？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sakalima a remiad namilipay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星期三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星期日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星期五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正解 C · 星期五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年情境族語：上課用語（南勢阿美語）》 · PDF 印刷第 5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05 關 · 對話理解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聽到這句，要回答什麼？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Mamaan saw kisu?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你怎麼了？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你叫什麼名字？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你要去哪裡？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先口答或舉牌，再翻到下一張揭曉。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年情境族語：上課用語（南勢阿美語）》 · PDF 印刷第 2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答案揭曉 · 對話理解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聽到這句，要回答什麼？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Mamaan saw kisu?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你怎麼了？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你叫什麼名字？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你要去哪裡？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正解 A · 你怎麼了？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年情境族語：上課用語（南勢阿美語）》 · PDF 印刷第 2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06 關 · 對話理解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找一找同學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Icuwa saw ci Panay?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Panay 幾歲？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Panay 在哪裡？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Panay 生病了嗎？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先口答或舉牌，再翻到下一張揭曉。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年情境族語：上課用語（南勢阿美語）》 · PDF 印刷第 3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答案揭曉 · 對話理解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找一找同學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Icuwa saw ci Panay?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Panay 幾歲？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Panay 在哪裡？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Panay 生病了嗎？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正解 B · Panay 在哪裡？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年情境族語：上課用語（南勢阿美語）》 · PDF 印刷第 3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07 關 · 情境選句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課堂中的請求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Mangaay haw kaku a talamisuvaw tu kamay aku?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我可以去洗手嗎？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我可以請假嗎？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我可以進來嗎？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先口答或舉牌，再翻到下一張揭曉。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年情境族語：上課用語（南勢阿美語）》 · PDF 印刷第 3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答案揭曉 · 情境選句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課堂中的請求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Mangaay haw kaku a talamisuvaw tu kamay aku?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我可以去洗手嗎？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我可以請假嗎？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我可以進來嗎？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正解 A · 我可以去洗手嗎？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年情境族語：上課用語（南勢阿美語）》 · PDF 印刷第 3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08 關 · 對話理解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照顧身體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Pasevana’ay, adada ku tiya nu maku, a talatatayi’an kaku.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老師，我頭暈，要去休息。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老師，我肚子痛，要去廁所。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老師，我遲到了。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先口答或舉牌，再翻到下一張揭曉。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年情境族語：上課用語（南勢阿美語）》 · PDF 印刷第 3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30952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663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答案揭曉 · 對話理解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照顧身體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18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Pasevana’ay, adada ku tiya nu maku, a talatatayi’an kaku.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94360" y="31729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這句南勢阿美語在教材中的意思是？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老師，我頭暈，要去休息。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EDC475"/>
          </a:solidFill>
          <a:ln w="12700">
            <a:solidFill>
              <a:srgbClr val="EDC4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老師，我肚子痛，要去廁所。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75320" y="3703320"/>
            <a:ext cx="3584448" cy="1261872"/>
          </a:xfrm>
          <a:prstGeom prst="roundRect">
            <a:avLst>
              <a:gd name="adj" fmla="val 9420"/>
            </a:avLst>
          </a:prstGeom>
          <a:solidFill>
            <a:srgbClr val="FBFAF5"/>
          </a:solidFill>
          <a:ln w="12700">
            <a:solidFill>
              <a:srgbClr val="FBF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3931920"/>
            <a:ext cx="3154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老師，我遲到了。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C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正解 B · 老師，我肚子痛，要去廁所。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02920" y="63093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《112 年情境族語：上課用語（南勢阿美語）》 · PDF 印刷第 3 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09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D7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0" b="1" dirty="0">
                <a:solidFill>
                  <a:srgbClr val="1735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闖關完成！</a:t>
            </a:r>
            <a:endParaRPr lang="en-US" sz="5500" dirty="0"/>
          </a:p>
        </p:txBody>
      </p:sp>
      <p:sp>
        <p:nvSpPr>
          <p:cNvPr id="3" name="Text 1"/>
          <p:cNvSpPr/>
          <p:nvPr/>
        </p:nvSpPr>
        <p:spPr>
          <a:xfrm>
            <a:off x="713232" y="28346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56B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回到資訊圖表，再把今天遇到的詞語說一遍。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13232" y="5212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資料來源：《112 年情境族語：上課用語（南勢阿美語）》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8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教材標示族語 E 樂園設計製作／財團法人原住民族語言研究發展基金會 © 版權所有。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教室任務：南勢阿美語搶答賽</dc:title>
  <dc:subject>《112 年情境族語：上課用語（南勢阿美語）》</dc:subject>
  <dc:creator>CalumAi</dc:creator>
  <cp:lastModifiedBy>CalumAi</cp:lastModifiedBy>
  <cp:revision>1</cp:revision>
  <dcterms:created xsi:type="dcterms:W3CDTF">2026-10-22T09:24:28Z</dcterms:created>
  <dcterms:modified xsi:type="dcterms:W3CDTF">2026-10-22T09:24:28Z</dcterms:modified>
</cp:coreProperties>
</file>