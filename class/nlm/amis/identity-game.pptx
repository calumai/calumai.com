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057400" cy="411480"/>
          </a:xfrm>
          <a:prstGeom prst="roundRect">
            <a:avLst>
              <a:gd name="adj" fmla="val 28889"/>
            </a:avLst>
          </a:prstGeom>
          <a:solidFill>
            <a:srgbClr val="174438"/>
          </a:solidFill>
          <a:ln w="12700">
            <a:solidFill>
              <a:srgbClr val="1744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1323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南勢阿美語 · 課堂搶答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姓名與問候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04088" y="28346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56B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看題目，先猜；翻一頁，再揭曉。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04088" y="379476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8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從自我介紹、名字到家人與年齡，讀懂教材中的提問。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04088" y="57332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4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題 · 投影、口答、舉牌都可用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68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怎麼玩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1488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BFA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先看南勢阿美語詞句。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31520" y="297180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BFA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學生口答或舉 A／B／C 牌。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31520" y="37947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BFA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翻下一頁，核對正解與 PDF 頁碼。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576072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本簡報由教材中的少量詞句編成遊戲題卡；正式授課前請族語教師核對。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01 關 · 對話理解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自我介紹第一關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Kasemuwal may tu urip nu misu.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請自我介紹。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請坐下。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你幾歲？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先口答或舉牌，再翻到下一張揭曉。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年情境族語：姓名與問候（南勢阿美語）》 · PDF 印刷第 2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答案揭曉 · 對話理解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自我介紹第一關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Kasemuwal may tu urip nu misu.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請自我介紹。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請坐下。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你幾歲？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正解 A · 請自我介紹。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年情境族語：姓名與問候（南勢阿美語）》 · PDF 印刷第 2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02 關 · 對話理解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第一次見面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Cima ku ngangan nu misu?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你是哪一族的小孩？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你叫什麼名字？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你住在哪裡？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先口答或舉牌，再翻到下一張揭曉。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年情境族語：姓名與問候（南勢阿美語）》 · PDF 印刷第 2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答案揭曉 · 對話理解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第一次見面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Cima ku ngangan nu misu?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你是哪一族的小孩？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你叫什麼名字？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你住在哪裡？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正解 B · 你叫什麼名字？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年情境族語：姓名與問候（南勢阿美語）》 · PDF 印刷第 2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03 關 · 詞語配對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看懂身分詞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Pangcah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漢人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阿美族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小孩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先口答或舉牌，再翻到下一張揭曉。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年情境族語：姓名與問候（南勢阿美語）》 · PDF 印刷第 5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答案揭曉 · 詞語配對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看懂身分詞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Pangcah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漢人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阿美族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小孩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正解 B · 阿美族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年情境族語：姓名與問候（南勢阿美語）》 · PDF 印刷第 5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04 關 · 詞語配對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看懂家庭詞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wawa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爸爸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哥哥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小孩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先口答或舉牌，再翻到下一張揭曉。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年情境族語：姓名與問候（南勢阿美語）》 · PDF 印刷第 5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答案揭曉 · 詞語配對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看懂家庭詞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wawa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爸爸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哥哥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小孩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正解 C · 小孩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年情境族語：姓名與問候（南勢阿美語）》 · PDF 印刷第 5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05 關 · 對話理解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對話中的提問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 maanan a vinacadan nu wawa kisu?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你是哪一族的小孩？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你叫什麼名字？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你幾歲？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先口答或舉牌，再翻到下一張揭曉。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年情境族語：姓名與問候（南勢阿美語）》 · PDF 印刷第 2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答案揭曉 · 對話理解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對話中的提問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 maanan a vinacadan nu wawa kisu?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你是哪一族的小孩？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你叫什麼名字？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你幾歲？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正解 A · 你是哪一族的小孩？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年情境族語：姓名與問候（南勢阿美語）》 · PDF 印刷第 2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06 關 · 對話理解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家人關係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 nima saw a wawa kisu?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你是誰的小孩？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你的家人在哪裡？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你的爸爸幾歲？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先口答或舉牌，再翻到下一張揭曉。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年情境族語：姓名與問候（南勢阿美語）》 · PDF 印刷第 2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答案揭曉 · 對話理解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家人關係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 nima saw a wawa kisu?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你是誰的小孩？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你的家人在哪裡？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你的爸爸幾歲？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正解 A · 你是誰的小孩？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年情境族語：姓名與問候（南勢阿美語）》 · PDF 印刷第 2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07 關 · 對話理解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猜猜在問什麼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Pina tu ku mihcaan ni kaka nu misu?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你哥哥叫什麼名字？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你哥哥幾歲了？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你哥哥在哪裡？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先口答或舉牌，再翻到下一張揭曉。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年情境族語：姓名與問候（南勢阿美語）》 · PDF 印刷第 3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答案揭曉 · 對話理解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猜猜在問什麼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Pina tu ku mihcaan ni kaka nu misu?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你哥哥叫什麼名字？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你哥哥幾歲了？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你哥哥在哪裡？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正解 B · 你哥哥幾歲了？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年情境族語：姓名與問候（南勢阿美語）》 · PDF 印刷第 3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08 關 · 詞語配對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詞語終點站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tarakaw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高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瘦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胖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先口答或舉牌，再翻到下一張揭曉。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年情境族語：姓名與問候（南勢阿美語）》 · PDF 印刷第 5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答案揭曉 · 詞語配對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詞語終點站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tarakaw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高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瘦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胖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正解 A · 高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年情境族語：姓名與問候（南勢阿美語）》 · PDF 印刷第 5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闖關完成！</a:t>
            </a:r>
            <a:endParaRPr lang="en-US" sz="5500" dirty="0"/>
          </a:p>
        </p:txBody>
      </p:sp>
      <p:sp>
        <p:nvSpPr>
          <p:cNvPr id="3" name="Text 1"/>
          <p:cNvSpPr/>
          <p:nvPr/>
        </p:nvSpPr>
        <p:spPr>
          <a:xfrm>
            <a:off x="713232" y="28346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56B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回到資訊圖表，再把今天遇到的詞語說一遍。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13232" y="52120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資料來源：《112 年情境族語：姓名與問候（南勢阿美語）》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8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教材標示族語 E 樂園設計製作／財團法人原住民族語言研究發展基金會 © 版權所有。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認識彼此：南勢阿美語搶答賽</dc:title>
  <dc:subject>《112 年情境族語：姓名與問候（南勢阿美語）》</dc:subject>
  <dc:creator>CalumAi</dc:creator>
  <cp:lastModifiedBy>CalumAi</cp:lastModifiedBy>
  <cp:revision>1</cp:revision>
  <dcterms:created xsi:type="dcterms:W3CDTF">2026-10-22T09:24:28Z</dcterms:created>
  <dcterms:modified xsi:type="dcterms:W3CDTF">2026-10-22T09:24:28Z</dcterms:modified>
</cp:coreProperties>
</file>