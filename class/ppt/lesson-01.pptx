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03b0627f8fa4df8" /><Relationship Type="http://schemas.openxmlformats.org/officeDocument/2006/relationships/extended-properties" Target="/docProps/app.xml" Id="Refe48780986c48ce" /><Relationship Type="http://schemas.openxmlformats.org/officeDocument/2006/relationships/officeDocument" Target="/ppt/presentation.xml" Id="Rb0730469e762406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a8ae52b499c40e2"/>
  </p:sldMasterIdLst>
  <p:notesMasterIdLst>
    <p:notesMasterId xmlns:r="http://schemas.openxmlformats.org/officeDocument/2006/relationships" r:id="R2bffed36800c4cdc"/>
  </p:notesMasterIdLst>
  <p:sldIdLst>
    <p:sldId xmlns:r="http://schemas.openxmlformats.org/officeDocument/2006/relationships" id="256" r:id="R93d075a7f68f4198"/>
    <p:sldId xmlns:r="http://schemas.openxmlformats.org/officeDocument/2006/relationships" id="257" r:id="Redbbfb32f4aa413f"/>
    <p:sldId xmlns:r="http://schemas.openxmlformats.org/officeDocument/2006/relationships" id="258" r:id="Ra8c78997dedb421a"/>
    <p:sldId xmlns:r="http://schemas.openxmlformats.org/officeDocument/2006/relationships" id="259" r:id="R8d9c6eea42dc4bf1"/>
    <p:sldId xmlns:r="http://schemas.openxmlformats.org/officeDocument/2006/relationships" id="260" r:id="Rd9ea312dd90242f6"/>
    <p:sldId xmlns:r="http://schemas.openxmlformats.org/officeDocument/2006/relationships" id="261" r:id="R7d2a7a1213d947e4"/>
    <p:sldId xmlns:r="http://schemas.openxmlformats.org/officeDocument/2006/relationships" id="262" r:id="Ra2e601ddf3dd4629"/>
    <p:sldId xmlns:r="http://schemas.openxmlformats.org/officeDocument/2006/relationships" id="263" r:id="R483e300f1f2f4ee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335a63e027b4142" /><Relationship Type="http://schemas.openxmlformats.org/officeDocument/2006/relationships/slideMaster" Target="/ppt/slideMasters/slideMaster1.xml" Id="R9a8ae52b499c40e2" /><Relationship Type="http://schemas.openxmlformats.org/officeDocument/2006/relationships/notesMaster" Target="/ppt/notesMasters/notesMaster1.xml" Id="R2bffed36800c4cdc" /><Relationship Type="http://schemas.openxmlformats.org/officeDocument/2006/relationships/presProps" Target="/ppt/presProps.xml" Id="Rb9870d99bae44609" /><Relationship Type="http://schemas.openxmlformats.org/officeDocument/2006/relationships/tableStyles" Target="/ppt/tableStyles.xml" Id="Rbaae6ed61a4b4afb" /><Relationship Type="http://schemas.openxmlformats.org/officeDocument/2006/relationships/slide" Target="/ppt/slides/slide1.xml" Id="R93d075a7f68f4198" /><Relationship Type="http://schemas.openxmlformats.org/officeDocument/2006/relationships/slide" Target="/ppt/slides/slide2.xml" Id="Redbbfb32f4aa413f" /><Relationship Type="http://schemas.openxmlformats.org/officeDocument/2006/relationships/slide" Target="/ppt/slides/slide3.xml" Id="Ra8c78997dedb421a" /><Relationship Type="http://schemas.openxmlformats.org/officeDocument/2006/relationships/slide" Target="/ppt/slides/slide4.xml" Id="R8d9c6eea42dc4bf1" /><Relationship Type="http://schemas.openxmlformats.org/officeDocument/2006/relationships/slide" Target="/ppt/slides/slide5.xml" Id="Rd9ea312dd90242f6" /><Relationship Type="http://schemas.openxmlformats.org/officeDocument/2006/relationships/slide" Target="/ppt/slides/slide6.xml" Id="R7d2a7a1213d947e4" /><Relationship Type="http://schemas.openxmlformats.org/officeDocument/2006/relationships/slide" Target="/ppt/slides/slide7.xml" Id="Ra2e601ddf3dd4629" /><Relationship Type="http://schemas.openxmlformats.org/officeDocument/2006/relationships/slide" Target="/ppt/slides/slide8.xml" Id="R483e300f1f2f4ee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07abfc043fa4d5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fc2833889374085" /><Relationship Type="http://schemas.openxmlformats.org/officeDocument/2006/relationships/notesMaster" Target="/ppt/notesMasters/notesMaster1.xml" Id="R0414ddd1f4b142b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c84fac6f4b44ca4" /><Relationship Type="http://schemas.openxmlformats.org/officeDocument/2006/relationships/notesMaster" Target="/ppt/notesMasters/notesMaster1.xml" Id="R79f309067cdf43b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d35d2b5a23a449c" /><Relationship Type="http://schemas.openxmlformats.org/officeDocument/2006/relationships/notesMaster" Target="/ppt/notesMasters/notesMaster1.xml" Id="R0e30b0fc6a6d4fb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37618a79c5c43d7" /><Relationship Type="http://schemas.openxmlformats.org/officeDocument/2006/relationships/notesMaster" Target="/ppt/notesMasters/notesMaster1.xml" Id="R4c2d4d6e7e064b2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f7168e351664f57" /><Relationship Type="http://schemas.openxmlformats.org/officeDocument/2006/relationships/notesMaster" Target="/ppt/notesMasters/notesMaster1.xml" Id="R8d0dbda15c0a4f1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31fb079ea0341d6" /><Relationship Type="http://schemas.openxmlformats.org/officeDocument/2006/relationships/notesMaster" Target="/ppt/notesMasters/notesMaster1.xml" Id="Re5d27b6dcf0d4c3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776348724294032" /><Relationship Type="http://schemas.openxmlformats.org/officeDocument/2006/relationships/notesMaster" Target="/ppt/notesMasters/notesMaster1.xml" Id="R1a1e24bcae9747b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b31de4e4bf1434c" /><Relationship Type="http://schemas.openxmlformats.org/officeDocument/2006/relationships/notesMaster" Target="/ppt/notesMasters/notesMaster1.xml" Id="Re1de944e3af5446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開場：說明這堂課的實作成果與使用情境。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使用者提供的 PDF：112年情境族語_01上課用語_33太魯閣語 (1).pdf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講師提示：goal；請以學員自己的真實題目示範，不用虛構成果。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使用者提供的 PDF：112年情境族語_01上課用語_33太魯閣語 (1).pdf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講師提示：key；請以學員自己的真實題目示範，不用虛構成果。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使用者提供的 PDF：112年情境族語_01上課用語_33太魯閣語 (1).pdf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講師提示：flow；請以學員自己的真實題目示範，不用虛構成果。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使用者提供的 PDF：112年情境族語_01上課用語_33太魯閣語 (1).pdf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講師提示：prompt；請以學員自己的真實題目示範，不用虛構成果。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使用者提供的 PDF：112年情境族語_01上課用語_33太魯閣語 (1).pdf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講師提示：practice；請以學員自己的真實題目示範，不用虛構成果。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使用者提供的 PDF：112年情境族語_01上課用語_33太魯閣語 (1).pdf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講師提示：deliver；請以學員自己的真實題目示範，不用虛構成果。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使用者提供的 PDF：112年情境族語_01上課用語_33太魯閣語 (1).pdf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講師提示：close；請以學員自己的真實題目示範，不用虛構成果。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使用者提供的 PDF：112年情境族語_01上課用語_33太魯閣語 (1).pdf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6414af493f4b9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26c2f9130124b18" /><Relationship Type="http://schemas.openxmlformats.org/officeDocument/2006/relationships/slideLayout" Target="/ppt/slideLayouts/slideLayout1.xml" Id="R51990d57ab4745d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1990d57ab4745d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14bf8244474f3b" /><Relationship Type="http://schemas.openxmlformats.org/officeDocument/2006/relationships/notesSlide" Target="/ppt/notesSlides/notesSlide1.xml" Id="R1a373c0aafdb410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4e62a614234348" /><Relationship Type="http://schemas.openxmlformats.org/officeDocument/2006/relationships/notesSlide" Target="/ppt/notesSlides/notesSlide2.xml" Id="Racb6c23751fd460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daab53074b4f9c" /><Relationship Type="http://schemas.openxmlformats.org/officeDocument/2006/relationships/notesSlide" Target="/ppt/notesSlides/notesSlide3.xml" Id="R31cc05bc8149462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f56bc5735a4080" /><Relationship Type="http://schemas.openxmlformats.org/officeDocument/2006/relationships/notesSlide" Target="/ppt/notesSlides/notesSlide4.xml" Id="R4443f238e008426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a1cdf0c37f435e" /><Relationship Type="http://schemas.openxmlformats.org/officeDocument/2006/relationships/notesSlide" Target="/ppt/notesSlides/notesSlide5.xml" Id="R6a7d3164f58b4fe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9ee1ea3023477f" /><Relationship Type="http://schemas.openxmlformats.org/officeDocument/2006/relationships/notesSlide" Target="/ppt/notesSlides/notesSlide6.xml" Id="Rb77027b41df0447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22a8d601b947f6" /><Relationship Type="http://schemas.openxmlformats.org/officeDocument/2006/relationships/notesSlide" Target="/ppt/notesSlides/notesSlide7.xml" Id="R3e5c71144ed04d5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009eb485ee42d8" /><Relationship Type="http://schemas.openxmlformats.org/officeDocument/2006/relationships/notesSlide" Target="/ppt/notesSlides/notesSlide8.xml" Id="Rb86fd89229bd4a6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A52429-4107-49D6-9177-7A947905D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0"/>
            <a:ext cx="3905250" cy="685800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147D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29585A-C949-49EC-9BC9-DA7F19997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E"/>
                </a:solidFill>
              </a:defRPr>
            </a:pPr>
            <a:r>
              <a:rPr sz="1200" b="1">
                <a:solidFill>
                  <a:srgbClr val="147D7E"/>
                </a:solidFill>
              </a:rPr>
              <a:t>第 01 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5091B8-11BE-4F9E-9529-EE64382B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695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11827"/>
                </a:solidFill>
              </a:defRPr>
            </a:pPr>
            <a:r>
              <a:rPr sz="3750" b="1">
                <a:solidFill>
                  <a:srgbClr val="111827"/>
                </a:solidFill>
              </a:rPr>
              <a:t>Gemini Notebook 遊戲化 RPG 簡報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93A03E-3C4E-4124-B0C0-93310E99A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48000"/>
            <a:ext cx="657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36273"/>
                </a:solidFill>
              </a:defRPr>
            </a:pPr>
            <a:r>
              <a:rPr sz="1800">
                <a:solidFill>
                  <a:srgbClr val="536273"/>
                </a:solidFill>
              </a:rPr>
              <a:t>把一份教材變成一場可以闖關的學習冒險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484370-7395-404B-9FAE-1EEECB2F9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809750"/>
            <a:ext cx="2095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147D7E"/>
          </a:solidFill>
          <a:ln xmlns:a="http://schemas.openxmlformats.org/drawingml/2006/main" w="9525">
            <a:solidFill>
              <a:srgbClr val="147D7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764B79-E201-46D2-B8EC-C0F9FE253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381250"/>
            <a:ext cx="1571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800" b="1">
                <a:solidFill>
                  <a:srgbClr val="FFFFFF"/>
                </a:solidFill>
              </a:defRPr>
            </a:pPr>
            <a:r>
              <a:rPr sz="48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5E2360-7988-48E1-94B2-885625AA8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333875"/>
            <a:ext cx="276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今天的作品</a:t>
            </a:r>
          </a:p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Gemini Notebook 遊戲化 RPG 簡報 v1</a:t>
            </a:r>
          </a:p>
        </p:txBody>
      </p:sp>
    </p:spTree>
    <p:extLst>
      <p:ext uri="{BB962C8B-B14F-4D97-AF65-F5344CB8AC3E}">
        <p14:creationId xmlns:p14="http://schemas.microsoft.com/office/powerpoint/2010/main" val="45881338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3A45399-E171-4324-937C-E821411F6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47D7E"/>
                </a:solidFill>
              </a:defRPr>
            </a:pPr>
            <a:r>
              <a:rPr sz="975" b="1">
                <a:solidFill>
                  <a:srgbClr val="147D7E"/>
                </a:solidFill>
              </a:rPr>
              <a:t>AI 工具實戰進階班 / 第 01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7B9F50-526A-4798-A551-2AB571AEC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學習任務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6B1E2B-6CC7-49C8-9A1D-CC71FEE2F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436826-2A2C-4325-8B0A-212A0ED5E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A64789-188B-46E4-982D-C21FA7266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762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今天結束時，你要能完成：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C78636-270F-4F5E-B2DE-5227926BD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理解為什麼要做遊戲教學與它的好處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B37B7A-DD68-467E-A71C-CF9075322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13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比較 RPG、卡牌、密室、經營與偵探等遊戲形式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6E4626-60E5-474F-B732-1325A3033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813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用 Gemini Notebook 整理教材並完成 8–12 張 RPG 簡報初版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23AF14-7729-43F0-9C67-957C0D5D2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38375"/>
            <a:ext cx="37147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147D7E">
              <a:alpha val="13333"/>
            </a:srgbClr>
          </a:solidFill>
          <a:ln xmlns:a="http://schemas.openxmlformats.org/drawingml/2006/main" w="9525">
            <a:solidFill>
              <a:srgbClr val="147D7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DB1841-0232-4619-B726-396267A2D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619375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47D7E"/>
                </a:solidFill>
              </a:defRPr>
            </a:pPr>
            <a:r>
              <a:rPr sz="1800" b="1">
                <a:solidFill>
                  <a:srgbClr val="147D7E"/>
                </a:solidFill>
              </a:rPr>
              <a:t>完成標準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B055DB-BA16-45F8-A423-2D4C01EB7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238500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Gemini Notebook 遊戲化 RPG 簡報 v1</a:t>
            </a:r>
          </a:p>
        </p:txBody>
      </p:sp>
    </p:spTree>
    <p:extLst>
      <p:ext uri="{BB962C8B-B14F-4D97-AF65-F5344CB8AC3E}">
        <p14:creationId xmlns:p14="http://schemas.microsoft.com/office/powerpoint/2010/main" val="20800145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CC0A06-5025-4409-9DD3-03C0ACA87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47D7E"/>
                </a:solidFill>
              </a:defRPr>
            </a:pPr>
            <a:r>
              <a:rPr sz="975" b="1">
                <a:solidFill>
                  <a:srgbClr val="147D7E"/>
                </a:solidFill>
              </a:rPr>
              <a:t>AI 工具實戰進階班 / 第 01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FB49B0-4A5D-40BE-8D9E-0D7D4B956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核心觀念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FC5770-EA29-40C4-A925-2EB38C3F9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96C30D-0F76-43A8-9BDE-58A08AC12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63528A-E9AB-470C-B01A-1F953F11F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把這堂課記成三個關鍵決定：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CF48D9-66A8-4232-BA00-EABD31909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10287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47D7E">
              <a:alpha val="9412"/>
            </a:srgbClr>
          </a:solidFill>
          <a:ln xmlns:a="http://schemas.openxmlformats.org/drawingml/2006/main" w="9525">
            <a:solidFill>
              <a:srgbClr val="147D7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1C8F2E-CEA6-41B5-AEA6-A04424DF9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7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E"/>
                </a:solidFill>
              </a:defRPr>
            </a:pPr>
            <a:r>
              <a:rPr sz="1575" b="1">
                <a:solidFill>
                  <a:srgbClr val="147D7E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FAF4E6-103C-4382-BADD-8C1CF9DFE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5527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遊戲服務學習目標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F577BF-707E-41B7-9247-0FA26AE6F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10287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3F6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96387D-78A2-4265-BD14-CEA4F2B45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242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E"/>
                </a:solidFill>
              </a:defRPr>
            </a:pPr>
            <a:r>
              <a:rPr sz="1575" b="1">
                <a:solidFill>
                  <a:srgbClr val="147D7E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824DE9-15C5-4299-BFEE-01AFECA0C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5052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RPG 用角色、任務與關卡串起成長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18DE9A-91AE-4369-9E36-280CDE45C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10287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47D7E">
              <a:alpha val="9412"/>
            </a:srgbClr>
          </a:solidFill>
          <a:ln xmlns:a="http://schemas.openxmlformats.org/drawingml/2006/main" w="9525">
            <a:solidFill>
              <a:srgbClr val="147D7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320078-B6D5-467B-8F45-CD4E3BC02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76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E"/>
                </a:solidFill>
              </a:defRPr>
            </a:pPr>
            <a:r>
              <a:rPr sz="1575" b="1">
                <a:solidFill>
                  <a:srgbClr val="147D7E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13D299-1CC2-44A7-BA02-1240015E1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4577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同一教材也能轉成卡牌、密室、經營或偵探遊戲</a:t>
            </a:r>
          </a:p>
        </p:txBody>
      </p:sp>
    </p:spTree>
    <p:extLst>
      <p:ext uri="{BB962C8B-B14F-4D97-AF65-F5344CB8AC3E}">
        <p14:creationId xmlns:p14="http://schemas.microsoft.com/office/powerpoint/2010/main" val="115718928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C2DC65-3C8C-4568-95E2-674BCBB42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47D7E"/>
                </a:solidFill>
              </a:defRPr>
            </a:pPr>
            <a:r>
              <a:rPr sz="975" b="1">
                <a:solidFill>
                  <a:srgbClr val="147D7E"/>
                </a:solidFill>
              </a:rPr>
              <a:t>AI 工具實戰進階班 / 第 01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A3EC0B-50C5-4DA7-9C3C-F1E1F79B5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操作流程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85DE3E-CC40-4CD3-B3BF-FA8DE3C10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CAC0A7-1B68-48A7-9509-FF74077C6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D100F2-9F19-424A-BC00-87521C69F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用這條流程，把想法做成可驗收成果：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B13D45-3C38-4116-AE8B-096AA0A49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47D7E">
              <a:alpha val="13333"/>
            </a:srgbClr>
          </a:solidFill>
          <a:ln xmlns:a="http://schemas.openxmlformats.org/drawingml/2006/main" w="9525">
            <a:solidFill>
              <a:srgbClr val="147D7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025796-ABE7-45F0-B436-CFEB0D197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336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47D7E"/>
                </a:solidFill>
              </a:defRPr>
            </a:pPr>
            <a:r>
              <a:rPr sz="1050" b="1">
                <a:solidFill>
                  <a:srgbClr val="147D7E"/>
                </a:solidFill>
              </a:rPr>
              <a:t>STEP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60A31C-5FCC-48F6-9054-22EBD5F68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194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上傳教材 PDF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DD317E-7712-453B-9376-7159D8EE8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381250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3A62F">
              <a:alpha val="20000"/>
            </a:srgbClr>
          </a:solidFill>
          <a:ln xmlns:a="http://schemas.openxmlformats.org/drawingml/2006/main" w="9525">
            <a:solidFill>
              <a:srgbClr val="E3A62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F5A64D-AEE3-47EB-8863-A00326BA3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5336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3A62F"/>
                </a:solidFill>
              </a:defRPr>
            </a:pPr>
            <a:r>
              <a:rPr sz="1050" b="1">
                <a:solidFill>
                  <a:srgbClr val="E3A62F"/>
                </a:solidFill>
              </a:rPr>
              <a:t>STEP 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F585EF4-1967-492B-9421-6D9E4D751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194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請 Gemini Notebook 整理資料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978D32-3E81-4AC7-962F-B19E51BAC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381250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47D7E">
              <a:alpha val="13333"/>
            </a:srgbClr>
          </a:solidFill>
          <a:ln xmlns:a="http://schemas.openxmlformats.org/drawingml/2006/main" w="9525">
            <a:solidFill>
              <a:srgbClr val="147D7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271D63-DCE1-47CB-80E9-D94597C74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5336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47D7E"/>
                </a:solidFill>
              </a:defRPr>
            </a:pPr>
            <a:r>
              <a:rPr sz="1050" b="1">
                <a:solidFill>
                  <a:srgbClr val="147D7E"/>
                </a:solidFill>
              </a:rPr>
              <a:t>STEP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7B984A-DAB3-4F6B-99BE-DE968FC94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8194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設計角色與關卡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4C26CE-B882-4C50-A23C-67E3E747A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2375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3A62F">
              <a:alpha val="20000"/>
            </a:srgbClr>
          </a:solidFill>
          <a:ln xmlns:a="http://schemas.openxmlformats.org/drawingml/2006/main" w="9525">
            <a:solidFill>
              <a:srgbClr val="E3A62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32A4E4-067B-4ADE-A118-BEE72EC5A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1477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3A62F"/>
                </a:solidFill>
              </a:defRPr>
            </a:pPr>
            <a:r>
              <a:rPr sz="1050" b="1">
                <a:solidFill>
                  <a:srgbClr val="E3A62F"/>
                </a:solidFill>
              </a:rPr>
              <a:t>STEP 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4C5BCD7-EC87-48CD-8210-1480D999B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0052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生成簡報大綱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FC352F-733D-46F3-8A77-D33A528B6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762375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47D7E">
              <a:alpha val="13333"/>
            </a:srgbClr>
          </a:solidFill>
          <a:ln xmlns:a="http://schemas.openxmlformats.org/drawingml/2006/main" w="9525">
            <a:solidFill>
              <a:srgbClr val="147D7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F91F8A0-6865-474D-9BE3-52301981F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91477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47D7E"/>
                </a:solidFill>
              </a:defRPr>
            </a:pPr>
            <a:r>
              <a:rPr sz="1050" b="1">
                <a:solidFill>
                  <a:srgbClr val="147D7E"/>
                </a:solidFill>
              </a:rPr>
              <a:t>STEP 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09E633D-C7FD-490C-92CE-D8934A2CC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20052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人工核對語言內容</a:t>
            </a:r>
          </a:p>
        </p:txBody>
      </p:sp>
    </p:spTree>
    <p:extLst>
      <p:ext uri="{BB962C8B-B14F-4D97-AF65-F5344CB8AC3E}">
        <p14:creationId xmlns:p14="http://schemas.microsoft.com/office/powerpoint/2010/main" val="194167256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48D259-DB64-4729-B8FD-6DB1F0915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47D7E"/>
                </a:solidFill>
              </a:defRPr>
            </a:pPr>
            <a:r>
              <a:rPr sz="975" b="1">
                <a:solidFill>
                  <a:srgbClr val="147D7E"/>
                </a:solidFill>
              </a:rPr>
              <a:t>AI 工具實戰進階班 / 第 01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DFB1E7-64AC-4024-8DE1-47FC370BE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可直接使用的提示詞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E1B415-4AE2-4335-9EB2-49FAB255D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AC19D3-CFF0-45FA-9B17-054305144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8993DE-E0CD-487C-ACFB-32C2E7F38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1095375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101827"/>
          </a:solidFill>
          <a:ln xmlns:a="http://schemas.openxmlformats.org/drawingml/2006/main" w="9525">
            <a:solidFill>
              <a:srgbClr val="10182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38B81F-467B-414D-9AE7-60F5F12F0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95500"/>
            <a:ext cx="102870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FFFFFF"/>
                </a:solidFill>
              </a:defRPr>
            </a:pPr>
            <a:r>
              <a:rPr sz="1725">
                <a:solidFill>
                  <a:srgbClr val="FFFFFF"/>
                </a:solidFill>
              </a:rPr>
              <a:t>請根據我上傳的教材，設計 RPG 世界觀、玩家角色、3 個關卡、挑戰、回饋與獎勵。只能使用來源中確認的語言資料，不可自行猜測。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58E023-A89E-4792-B508-965F0288A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47D7E"/>
                </a:solidFill>
              </a:defRPr>
            </a:pPr>
            <a:r>
              <a:rPr sz="1500" b="1">
                <a:solidFill>
                  <a:srgbClr val="147D7E"/>
                </a:solidFill>
              </a:rPr>
              <a:t>使用原則：先上傳／準備真實資料，再要求 AI 生成；產出後人工檢查。</a:t>
            </a:r>
          </a:p>
        </p:txBody>
      </p:sp>
    </p:spTree>
    <p:extLst>
      <p:ext uri="{BB962C8B-B14F-4D97-AF65-F5344CB8AC3E}">
        <p14:creationId xmlns:p14="http://schemas.microsoft.com/office/powerpoint/2010/main" val="37910022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11CC6D-47D6-4365-B79F-47C32EE10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47D7E"/>
                </a:solidFill>
              </a:defRPr>
            </a:pPr>
            <a:r>
              <a:rPr sz="975" b="1">
                <a:solidFill>
                  <a:srgbClr val="147D7E"/>
                </a:solidFill>
              </a:rPr>
              <a:t>AI 工具實戰進階班 / 第 01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0BB5DF-02F4-4722-A78D-B369B5F2C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課堂實作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C44379-080B-403C-8603-CD5CB8AB6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8DD21A-E8EC-4AB7-A351-238B0B5CD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FE09C6-0100-4A9E-B776-8ECAB6371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952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請在課堂完成這個最小可行版本：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D8E028-CE3F-473D-96E9-5830AAE10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685800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3F6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B12099-C7F3-49C1-A176-063CC5C32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62250"/>
            <a:ext cx="6191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以「112年情境族語｜01上課用語｜太魯閣語」為案例，將對話練習、單詞練習與互動測驗轉成 3 個 RPG 關卡。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CFB449-8143-4819-A309-6219A9250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81250"/>
            <a:ext cx="314325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147D7E">
              <a:alpha val="13333"/>
            </a:srgbClr>
          </a:solidFill>
          <a:ln xmlns:a="http://schemas.openxmlformats.org/drawingml/2006/main" w="9525">
            <a:solidFill>
              <a:srgbClr val="147D7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422EA1-248F-48F2-8D35-04A4BA7BA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7622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47D7E"/>
                </a:solidFill>
              </a:defRPr>
            </a:pPr>
            <a:r>
              <a:rPr sz="1800" b="1">
                <a:solidFill>
                  <a:srgbClr val="147D7E"/>
                </a:solidFill>
              </a:rPr>
              <a:t>講師檢查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5C12D7-2687-432F-8108-30BC097F1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3337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能操作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13042C-741B-4B47-9418-FBCB39F73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7338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有輸入與輸出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457FAB-EAAD-40D0-9F43-BE219E470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1338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能說明限制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37862E-6248-4BFA-9B2A-A14FB43AF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5339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留下版本紀錄</a:t>
            </a:r>
          </a:p>
        </p:txBody>
      </p:sp>
    </p:spTree>
    <p:extLst>
      <p:ext uri="{BB962C8B-B14F-4D97-AF65-F5344CB8AC3E}">
        <p14:creationId xmlns:p14="http://schemas.microsoft.com/office/powerpoint/2010/main" val="133121570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A1C6D4-621C-486E-813D-BC5F06838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47D7E"/>
                </a:solidFill>
              </a:defRPr>
            </a:pPr>
            <a:r>
              <a:rPr sz="975" b="1">
                <a:solidFill>
                  <a:srgbClr val="147D7E"/>
                </a:solidFill>
              </a:rPr>
              <a:t>AI 工具實戰進階班 / 第 01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9165C3-20CC-442C-BD5E-2429867BA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交付規格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65C13C-33B8-4667-8411-505FF5E47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124F9F-130A-477D-AEC5-83AC3BB64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E8939F-2D6A-4264-96F0-A6C1CA444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作品包必須讓另一個人接手後也看得懂。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B097F2-AF62-4468-8787-E7BF26E1E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812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47D7E"/>
                </a:solidFill>
              </a:defRPr>
            </a:pPr>
            <a:r>
              <a:rPr sz="1650" b="1">
                <a:solidFill>
                  <a:srgbClr val="147D7E"/>
                </a:solidFill>
              </a:rPr>
              <a:t>01｜成果檔案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51CCA3-F37E-40D6-8E99-E62B687DA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962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3FE64D-51A2-4138-811F-CD2E780EC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81325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02｜提示詞或程式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9AA7DD-EFD3-4B80-A4A0-D5C0D4951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62325"/>
            <a:ext cx="962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A5BAE6-E1DF-4902-ABBA-1E461972A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814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03｜輸入資料與來源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449C5C-B325-49B2-9B5B-C04B44FE7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62400"/>
            <a:ext cx="962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2FEA68-4B2A-47BF-B333-6B82C2660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81475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04｜測試／人工檢查紀錄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23FECA-3C56-4279-B499-FAE14EDB2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62475"/>
            <a:ext cx="962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E1F2C3-4EF2-4FC3-8C68-CC185E98A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815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05｜操作說明與下一步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6D39181-B905-494E-AF4C-EDE45F47A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62550"/>
            <a:ext cx="962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3032516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D9F45C1-D71E-4D19-95DF-2C9BBCAF9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47D7E"/>
                </a:solidFill>
              </a:defRPr>
            </a:pPr>
            <a:r>
              <a:rPr sz="975" b="1">
                <a:solidFill>
                  <a:srgbClr val="147D7E"/>
                </a:solidFill>
              </a:rPr>
              <a:t>AI 工具實戰進階班 / 第 01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CE9256-9766-4237-84C3-2C210A919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課程總結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57D947-A882-4503-9D92-FB7CFCB68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4ADDBA-02AD-4967-B3E9-F3D08E924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186566-C43F-4DA6-9996-D8371D0B9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952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11827"/>
                </a:solidFill>
              </a:defRPr>
            </a:pPr>
            <a:r>
              <a:rPr sz="2400" b="1">
                <a:solidFill>
                  <a:srgbClr val="111827"/>
                </a:solidFill>
              </a:rPr>
              <a:t>今天不是把工具玩過一次，而是留下可重複使用的流程。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399061-2D73-48E5-B922-FEEC99F6D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2900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47D7E"/>
                </a:solidFill>
              </a:defRPr>
            </a:pPr>
            <a:r>
              <a:rPr sz="1950" b="1">
                <a:solidFill>
                  <a:srgbClr val="147D7E"/>
                </a:solidFill>
              </a:rPr>
              <a:t>下一步：把成果放進你的 AI 備課工具箱。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4990AE-1BEE-4B32-B804-CDB90BFBC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905000"/>
            <a:ext cx="2095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147D7E"/>
          </a:solidFill>
          <a:ln xmlns:a="http://schemas.openxmlformats.org/drawingml/2006/main" w="9525">
            <a:solidFill>
              <a:srgbClr val="147D7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27BCB0-B333-4C55-9924-3D2C0EE20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619375"/>
            <a:ext cx="1524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FFFFFF"/>
                </a:solidFill>
              </a:defRPr>
            </a:pPr>
            <a:r>
              <a:rPr sz="3300" b="1">
                <a:solidFill>
                  <a:srgbClr val="FFFFFF"/>
                </a:solidFill>
              </a:rPr>
              <a:t>GO</a:t>
            </a:r>
          </a:p>
        </p:txBody>
      </p:sp>
    </p:spTree>
    <p:extLst>
      <p:ext uri="{BB962C8B-B14F-4D97-AF65-F5344CB8AC3E}">
        <p14:creationId xmlns:p14="http://schemas.microsoft.com/office/powerpoint/2010/main" val="5964049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2026-08-18T08:42:46.7400000Z</dcterms:created>
  <dcterms:modified xsi:type="dcterms:W3CDTF">2026-08-18T08:42:46.7400000Z</dcterms:modified>
</coreProperties>
</file>