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5e2734eceb461d" /><Relationship Type="http://schemas.openxmlformats.org/officeDocument/2006/relationships/extended-properties" Target="/docProps/app.xml" Id="R25a65adceb6947e8" /><Relationship Type="http://schemas.openxmlformats.org/officeDocument/2006/relationships/officeDocument" Target="/ppt/presentation.xml" Id="R6fa66d75991447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8dbb8d95254504"/>
  </p:sldMasterIdLst>
  <p:notesMasterIdLst>
    <p:notesMasterId xmlns:r="http://schemas.openxmlformats.org/officeDocument/2006/relationships" r:id="R1e9de1d1048846de"/>
  </p:notesMasterIdLst>
  <p:sldIdLst>
    <p:sldId xmlns:r="http://schemas.openxmlformats.org/officeDocument/2006/relationships" id="256" r:id="R7e2b05b67afc4051"/>
    <p:sldId xmlns:r="http://schemas.openxmlformats.org/officeDocument/2006/relationships" id="257" r:id="R03dc28d89c544117"/>
    <p:sldId xmlns:r="http://schemas.openxmlformats.org/officeDocument/2006/relationships" id="258" r:id="R82ba9e5ada8b4144"/>
    <p:sldId xmlns:r="http://schemas.openxmlformats.org/officeDocument/2006/relationships" id="259" r:id="R2f098fedc0374991"/>
    <p:sldId xmlns:r="http://schemas.openxmlformats.org/officeDocument/2006/relationships" id="260" r:id="Rf7a6b971cc664c04"/>
    <p:sldId xmlns:r="http://schemas.openxmlformats.org/officeDocument/2006/relationships" id="261" r:id="Rb3a8da30562f44f7"/>
    <p:sldId xmlns:r="http://schemas.openxmlformats.org/officeDocument/2006/relationships" id="262" r:id="Rfdfcf33edeb44fcf"/>
    <p:sldId xmlns:r="http://schemas.openxmlformats.org/officeDocument/2006/relationships" id="263" r:id="Rc0e34d672d2640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210f194e63454f" /><Relationship Type="http://schemas.openxmlformats.org/officeDocument/2006/relationships/slideMaster" Target="/ppt/slideMasters/slideMaster1.xml" Id="R198dbb8d95254504" /><Relationship Type="http://schemas.openxmlformats.org/officeDocument/2006/relationships/notesMaster" Target="/ppt/notesMasters/notesMaster1.xml" Id="R1e9de1d1048846de" /><Relationship Type="http://schemas.openxmlformats.org/officeDocument/2006/relationships/presProps" Target="/ppt/presProps.xml" Id="R32ffee8114ab4de3" /><Relationship Type="http://schemas.openxmlformats.org/officeDocument/2006/relationships/tableStyles" Target="/ppt/tableStyles.xml" Id="R1d98df2e70b042c5" /><Relationship Type="http://schemas.openxmlformats.org/officeDocument/2006/relationships/slide" Target="/ppt/slides/slide1.xml" Id="R7e2b05b67afc4051" /><Relationship Type="http://schemas.openxmlformats.org/officeDocument/2006/relationships/slide" Target="/ppt/slides/slide2.xml" Id="R03dc28d89c544117" /><Relationship Type="http://schemas.openxmlformats.org/officeDocument/2006/relationships/slide" Target="/ppt/slides/slide3.xml" Id="R82ba9e5ada8b4144" /><Relationship Type="http://schemas.openxmlformats.org/officeDocument/2006/relationships/slide" Target="/ppt/slides/slide4.xml" Id="R2f098fedc0374991" /><Relationship Type="http://schemas.openxmlformats.org/officeDocument/2006/relationships/slide" Target="/ppt/slides/slide5.xml" Id="Rf7a6b971cc664c04" /><Relationship Type="http://schemas.openxmlformats.org/officeDocument/2006/relationships/slide" Target="/ppt/slides/slide6.xml" Id="Rb3a8da30562f44f7" /><Relationship Type="http://schemas.openxmlformats.org/officeDocument/2006/relationships/slide" Target="/ppt/slides/slide7.xml" Id="Rfdfcf33edeb44fcf" /><Relationship Type="http://schemas.openxmlformats.org/officeDocument/2006/relationships/slide" Target="/ppt/slides/slide8.xml" Id="Rc0e34d672d2640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8856e46f054c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e5c6d4d85445b8" /><Relationship Type="http://schemas.openxmlformats.org/officeDocument/2006/relationships/notesMaster" Target="/ppt/notesMasters/notesMaster1.xml" Id="Rca627ada4a4544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6f67be550e48ed" /><Relationship Type="http://schemas.openxmlformats.org/officeDocument/2006/relationships/notesMaster" Target="/ppt/notesMasters/notesMaster1.xml" Id="Rf18fe89aadab40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5e6826e66b4b44" /><Relationship Type="http://schemas.openxmlformats.org/officeDocument/2006/relationships/notesMaster" Target="/ppt/notesMasters/notesMaster1.xml" Id="R8d2a96de57e64d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2b08e6c8084e96" /><Relationship Type="http://schemas.openxmlformats.org/officeDocument/2006/relationships/notesMaster" Target="/ppt/notesMasters/notesMaster1.xml" Id="R961c41978f6048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54f139a51e46ee" /><Relationship Type="http://schemas.openxmlformats.org/officeDocument/2006/relationships/notesMaster" Target="/ppt/notesMasters/notesMaster1.xml" Id="R90efed8b2f414e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2407c1946546b5" /><Relationship Type="http://schemas.openxmlformats.org/officeDocument/2006/relationships/notesMaster" Target="/ppt/notesMasters/notesMaster1.xml" Id="Rd395d52727af4d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5e7c766e7b46f5" /><Relationship Type="http://schemas.openxmlformats.org/officeDocument/2006/relationships/notesMaster" Target="/ppt/notesMasters/notesMaster1.xml" Id="R9742f79a71b346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0a323f8ea54343" /><Relationship Type="http://schemas.openxmlformats.org/officeDocument/2006/relationships/notesMaster" Target="/ppt/notesMasters/notesMaster1.xml" Id="R5d8ef6e3902043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開場：說明這堂課的實作成果與使用情境。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講師提示：goal；請以學員自己的真實題目示範，不用虛構成果。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講師提示：key；請以學員自己的真實題目示範，不用虛構成果。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講師提示：flow；請以學員自己的真實題目示範，不用虛構成果。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講師提示：prompt；請以學員自己的真實題目示範，不用虛構成果。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講師提示：practice；請以學員自己的真實題目示範，不用虛構成果。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講師提示：deliver；請以學員自己的真實題目示範，不用虛構成果。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講師提示：close；請以學員自己的真實題目示範，不用虛構成果。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4d5f2ee8341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d2888c079f47b1" /><Relationship Type="http://schemas.openxmlformats.org/officeDocument/2006/relationships/slideLayout" Target="/ppt/slideLayouts/slideLayout1.xml" Id="Rda66842d355a41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66842d355a41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23f3e9ced4c1d" /><Relationship Type="http://schemas.openxmlformats.org/officeDocument/2006/relationships/notesSlide" Target="/ppt/notesSlides/notesSlide1.xml" Id="R8128416ef4cf40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f6dc136e9495d" /><Relationship Type="http://schemas.openxmlformats.org/officeDocument/2006/relationships/notesSlide" Target="/ppt/notesSlides/notesSlide2.xml" Id="R85753fc56a3247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5a6c6f5e74aec" /><Relationship Type="http://schemas.openxmlformats.org/officeDocument/2006/relationships/notesSlide" Target="/ppt/notesSlides/notesSlide3.xml" Id="R5e2787bcd2444e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53a3a3b3a44e3" /><Relationship Type="http://schemas.openxmlformats.org/officeDocument/2006/relationships/notesSlide" Target="/ppt/notesSlides/notesSlide4.xml" Id="R4808877d1d414a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a6e70a2ff4f08" /><Relationship Type="http://schemas.openxmlformats.org/officeDocument/2006/relationships/notesSlide" Target="/ppt/notesSlides/notesSlide5.xml" Id="Ra320c50e406642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c55e10afab468e" /><Relationship Type="http://schemas.openxmlformats.org/officeDocument/2006/relationships/notesSlide" Target="/ppt/notesSlides/notesSlide6.xml" Id="Rc8aee97e324847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5973e7c40498d" /><Relationship Type="http://schemas.openxmlformats.org/officeDocument/2006/relationships/notesSlide" Target="/ppt/notesSlides/notesSlide7.xml" Id="R1a85e8c6044b4f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10efa6d2e4266" /><Relationship Type="http://schemas.openxmlformats.org/officeDocument/2006/relationships/notesSlide" Target="/ppt/notesSlides/notesSlide8.xml" Id="R30299b29aed74d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8327F-8E72-4148-980D-1F97FE4C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D6EBB5-5471-4EAC-A3E1-5C1D2414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E"/>
                </a:solidFill>
              </a:defRPr>
            </a:pPr>
            <a:r>
              <a:rPr sz="1200" b="1">
                <a:solidFill>
                  <a:srgbClr val="147D7E"/>
                </a:solidFill>
              </a:rPr>
              <a:t>第 01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C1836-7EA8-4F3A-AE2A-C1F32A7C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Gemini Notebook 遊戲化 RPG 簡報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46C3F0-2795-4117-9428-F00EF596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把一份教材變成一場可以闖關的學習冒險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891FD-B7BE-43F3-86D9-D9F61DD4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74D2F-B297-4037-B493-5D87F5CD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BD888-1281-465A-B0AA-F13D0A0B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164951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57948F-D20F-4540-AEB2-3A085113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D6040-355E-46CE-8A9D-C1267D54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56918-6D80-40CD-AE1A-C7C66BC3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C5AAC-F00D-42D1-B69A-1B310B17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645F4-E604-42A6-B3A2-99BE6E4F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A499C-4AE4-4FF8-86BA-CC75CF99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理解為什麼要做遊戲教學與它的好處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C7CE1-E959-4E09-A68A-C9798913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比較 RPG、卡牌、密室、經營與偵探等遊戲形式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462D1-BE65-425C-BCE5-97C72F40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用 Gemini Notebook 整理教材並完成 8–12 張 RPG 簡報初版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E9D46-EBF4-40B1-B50A-45E1CEC0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3A021-4EAD-4A78-9A60-73777C95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4EB3C2-D939-4113-9F66-47041837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1616496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8F92F8-B29A-4892-A0AA-C3E93107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AA630-DDF2-4B67-ADB6-F5F36C42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3DEF1A-D490-4217-ADCA-AABB1205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3717E6-8694-4CB5-B217-6A6FD9C1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5FEAA-44E1-4E5A-A305-DA2CA2E6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把這堂課記成三個關鍵決定：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D9699-BD52-4C33-B8D7-18DB16CF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4B84D-400B-4D3C-8F52-F9DCFB45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9A5503-8773-4A06-8A8C-C4A2CEBB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遊戲服務學習目標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F2DD5C-C3EA-4FD1-A96F-D1601BE4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D61F9-344F-4898-9B60-9516E198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E3196-9BC6-41EF-A540-7821FD66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RPG 用角色、任務與關卡串起成長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F7D08-734E-42D4-9E40-D9041804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1BF50-CA9B-439E-BF53-B0BFDD81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C831F5-390A-4CA1-8174-412803FC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同一教材也能轉成卡牌、密室、經營或偵探遊戲</a:t>
            </a:r>
          </a:p>
        </p:txBody>
      </p:sp>
    </p:spTree>
    <p:extLst>
      <p:ext uri="{BB962C8B-B14F-4D97-AF65-F5344CB8AC3E}">
        <p14:creationId xmlns:p14="http://schemas.microsoft.com/office/powerpoint/2010/main" val="20450913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D400EF-CBD3-42AB-BAB6-F19BA5F7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4F3505-0E7C-45C8-949C-35C180BB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操作流程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F3327C-3BA0-4B55-A706-0CC010DA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9B3E4-6AC8-4247-902E-F26AAD63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9FB64-5AEB-4570-AF9B-A922B0B7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用這條流程，把想法做成可驗收成果：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FB240-54EB-4F53-A43B-3A4D4902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3C371C-F034-42FA-9CAC-2DD80F1E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6F257-E316-486C-90F2-0653243E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上傳教材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BA888D-BF19-4FCC-92C9-11A9674B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59277D-D4B0-4FB8-BAEE-8DF6C920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5AB5E-92BF-41E5-B73E-01E3F0F6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請 Gemini Notebook 整理資料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C9BD5-4AEA-4818-887C-264C0D1E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97CA6E-8F05-4309-AB32-A42FD2E2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1F78C-E738-48D4-9133-7CAC943C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設計角色與關卡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6F9F8-5A20-4B4C-9BF9-EC74AC4B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4CEAC-8DDE-4B5F-BFB3-6E1821FC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B56846-E552-4A85-B1BB-274A7B19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生成簡報大綱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660057-8156-47D4-9EEB-440CAEBF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534E71-4FEB-45A2-9F9F-F2503C4F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78F9F2-B959-4BFE-B005-AC5A6A6C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人工核對語言內容</a:t>
            </a:r>
          </a:p>
        </p:txBody>
      </p:sp>
    </p:spTree>
    <p:extLst>
      <p:ext uri="{BB962C8B-B14F-4D97-AF65-F5344CB8AC3E}">
        <p14:creationId xmlns:p14="http://schemas.microsoft.com/office/powerpoint/2010/main" val="7922223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2E68C-A0B1-4169-B453-46DD63BA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51DD2-2701-46C9-8E40-E67C134A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可直接使用的提示詞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56241-100A-4197-B917-BEB33309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C8DC3-A5E3-47DE-B33E-C53AB0DA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17916-0DCF-4D92-BE09-DC70CAC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EFA389-9C18-40A1-B53C-9561B49B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請根據我上傳的教材，設計 RPG 世界觀、玩家角色、3 個關卡、挑戰、回饋與獎勵。只能使用來源中確認的語言資料，不可自行猜測。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36637-956C-4504-85E4-F466C485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E"/>
                </a:solidFill>
              </a:defRPr>
            </a:pPr>
            <a:r>
              <a:rPr sz="1500" b="1">
                <a:solidFill>
                  <a:srgbClr val="147D7E"/>
                </a:solidFill>
              </a:rPr>
              <a:t>使用原則：先上傳／準備真實資料，再要求 AI 生成；產出後人工檢查。</a:t>
            </a:r>
          </a:p>
        </p:txBody>
      </p:sp>
    </p:spTree>
    <p:extLst>
      <p:ext uri="{BB962C8B-B14F-4D97-AF65-F5344CB8AC3E}">
        <p14:creationId xmlns:p14="http://schemas.microsoft.com/office/powerpoint/2010/main" val="4000469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BB0D2D-0B57-4035-84DA-9273CE92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642D8-76AE-4419-8C7F-D3681480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課堂實作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CCCA1-0BCE-4EBE-98BB-12055201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20DFE-69AE-461C-83F1-5930412A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080BB-734A-411F-834C-AE9E5310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請在課堂完成這個最小可行版本：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60902-4673-4049-A149-817CEEB5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A31B9-A7A1-4850-B11C-DCC6CAD6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以「112年情境族語｜01上課用語｜太魯閣語」為案例，將對話練習、單詞練習與互動測驗轉成 3 個 RPG 關卡。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7EBEE-092B-4539-B0E5-2D5E0380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60F69-F4EE-49C7-984A-A00D53BD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講師檢查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E19CEB-3729-4484-9E59-F5A09F68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9674C-C79E-44E6-A834-D7F965A9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有輸入與輸出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8322BB-3FB5-4D25-AF01-886F615D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能說明限制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CDE18F-3ABC-4A2C-9D50-D428854B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留下版本紀錄</a:t>
            </a:r>
          </a:p>
        </p:txBody>
      </p:sp>
    </p:spTree>
    <p:extLst>
      <p:ext uri="{BB962C8B-B14F-4D97-AF65-F5344CB8AC3E}">
        <p14:creationId xmlns:p14="http://schemas.microsoft.com/office/powerpoint/2010/main" val="11263774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FECDDC-26D0-4F37-A3E1-3841616C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E4711-9E96-4099-97E5-ECB92FC3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交付規格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29146F-D3CA-41F7-9955-8788BF19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9F7A3-4054-4A28-94C9-91F3BF88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914D5-5B2B-40AE-BEE3-BF23F0D7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作品包必須讓另一個人接手後也看得懂。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A28514-3B66-432F-98E1-A3639707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E"/>
                </a:solidFill>
              </a:defRPr>
            </a:pPr>
            <a:r>
              <a:rPr sz="1650" b="1">
                <a:solidFill>
                  <a:srgbClr val="147D7E"/>
                </a:solidFill>
              </a:rPr>
              <a:t>01｜成果檔案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D2643-F9EA-401A-976D-F9ED1A73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D8017-E0F1-4588-ADDB-45503FB3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02｜提示詞或程式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97376-AE9A-4B2E-B783-9923BBF6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BBEE7-0B55-4114-A217-F50A2094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03｜輸入資料與來源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F00702-B7FA-4D13-AE2D-867AC7DC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D5101-B8A7-4769-884B-7FB87BFE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04｜測試／人工檢查紀錄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522D3-E272-45A8-84E1-405D1BAD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87FD3-D98C-4D12-AAAC-247B020D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05｜操作說明與下一步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4488CA-19E3-4F82-AD5B-88E99C8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088007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C70BAA-8170-4B23-88F1-3535E31F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36D68-B1D6-4CAC-AF74-D4D70DD6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EA899-025D-4506-B139-CD09AFEC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44A95-644D-49C5-9F72-0B41B90D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FA37C5-972A-4F71-9494-535663F4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遊戲化簡報的核心，是把教材變成一條學習路徑。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A5285B-25AB-4C26-9F66-25AD6775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193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2E47A6-21C6-4FF1-B51D-AA0975D1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先定義學習目標，再選遊戲形式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B933E-8B3C-4DB7-A015-963D8270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1942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0D69F9-146D-481A-B6F6-981D1F3E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8B2D71-36AF-4784-99CE-2C1A9264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3850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用任務與關卡承載真正的教材內容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BDF31-0F83-48B6-8776-8BDA8658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855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AEB4C7-05E8-47A8-9F55-69D8C8E5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576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BEFB9-C90E-41BE-9A57-305F2D31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5762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用回饋、重試與成長讓學習看得見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AC4B86-AAA1-40DC-AEFA-A1464EE8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5767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DC191-1708-444F-9DB7-6A988D2E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CD3011-1F07-43C8-9DB7-8A1B57B2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最後用簡報說清楚規則、流程與學習證據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6EB9F9-DEA3-4F96-BA32-9ED7F3B2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E2F84-9E5D-460A-847D-894B210B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今天的產出：一份有來源、有規則、能實際進行的遊戲化 RPG 簡報。</a:t>
            </a:r>
          </a:p>
        </p:txBody>
      </p:sp>
    </p:spTree>
    <p:extLst>
      <p:ext uri="{BB962C8B-B14F-4D97-AF65-F5344CB8AC3E}">
        <p14:creationId xmlns:p14="http://schemas.microsoft.com/office/powerpoint/2010/main" val="20400158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2026-08-18T08:44:08.3610000Z</dcterms:created>
  <dcterms:modified xsi:type="dcterms:W3CDTF">2026-08-18T08:44:08.3610000Z</dcterms:modified>
</coreProperties>
</file>