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e9d18b0ef974db8" /><Relationship Type="http://schemas.openxmlformats.org/officeDocument/2006/relationships/extended-properties" Target="/docProps/app.xml" Id="R3357949e17724656" /><Relationship Type="http://schemas.openxmlformats.org/officeDocument/2006/relationships/officeDocument" Target="/ppt/presentation.xml" Id="Re84781521253471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5be1b7238f344b0"/>
  </p:sldMasterIdLst>
  <p:notesMasterIdLst>
    <p:notesMasterId xmlns:r="http://schemas.openxmlformats.org/officeDocument/2006/relationships" r:id="Rca91b37715164f50"/>
  </p:notesMasterIdLst>
  <p:sldIdLst>
    <p:sldId xmlns:r="http://schemas.openxmlformats.org/officeDocument/2006/relationships" id="256" r:id="R3f280e3981924491"/>
    <p:sldId xmlns:r="http://schemas.openxmlformats.org/officeDocument/2006/relationships" id="257" r:id="Rb5a55effa1d748df"/>
    <p:sldId xmlns:r="http://schemas.openxmlformats.org/officeDocument/2006/relationships" id="258" r:id="R9dbebcf2a92f4d13"/>
    <p:sldId xmlns:r="http://schemas.openxmlformats.org/officeDocument/2006/relationships" id="259" r:id="R010f8f7c4d3f40d8"/>
    <p:sldId xmlns:r="http://schemas.openxmlformats.org/officeDocument/2006/relationships" id="260" r:id="Rb2b8ad08206e413d"/>
    <p:sldId xmlns:r="http://schemas.openxmlformats.org/officeDocument/2006/relationships" id="261" r:id="R295662d1ea3d46ea"/>
    <p:sldId xmlns:r="http://schemas.openxmlformats.org/officeDocument/2006/relationships" id="262" r:id="Rd1f62dac82624405"/>
    <p:sldId xmlns:r="http://schemas.openxmlformats.org/officeDocument/2006/relationships" id="263" r:id="Rb12f8bd87c854f1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9a21df3b5584222" /><Relationship Type="http://schemas.openxmlformats.org/officeDocument/2006/relationships/slideMaster" Target="/ppt/slideMasters/slideMaster1.xml" Id="R35be1b7238f344b0" /><Relationship Type="http://schemas.openxmlformats.org/officeDocument/2006/relationships/notesMaster" Target="/ppt/notesMasters/notesMaster1.xml" Id="Rca91b37715164f50" /><Relationship Type="http://schemas.openxmlformats.org/officeDocument/2006/relationships/presProps" Target="/ppt/presProps.xml" Id="R030f2a46d0804808" /><Relationship Type="http://schemas.openxmlformats.org/officeDocument/2006/relationships/tableStyles" Target="/ppt/tableStyles.xml" Id="R1c0c88e5e518474a" /><Relationship Type="http://schemas.openxmlformats.org/officeDocument/2006/relationships/slide" Target="/ppt/slides/slide1.xml" Id="R3f280e3981924491" /><Relationship Type="http://schemas.openxmlformats.org/officeDocument/2006/relationships/slide" Target="/ppt/slides/slide2.xml" Id="Rb5a55effa1d748df" /><Relationship Type="http://schemas.openxmlformats.org/officeDocument/2006/relationships/slide" Target="/ppt/slides/slide3.xml" Id="R9dbebcf2a92f4d13" /><Relationship Type="http://schemas.openxmlformats.org/officeDocument/2006/relationships/slide" Target="/ppt/slides/slide4.xml" Id="R010f8f7c4d3f40d8" /><Relationship Type="http://schemas.openxmlformats.org/officeDocument/2006/relationships/slide" Target="/ppt/slides/slide5.xml" Id="Rb2b8ad08206e413d" /><Relationship Type="http://schemas.openxmlformats.org/officeDocument/2006/relationships/slide" Target="/ppt/slides/slide6.xml" Id="R295662d1ea3d46ea" /><Relationship Type="http://schemas.openxmlformats.org/officeDocument/2006/relationships/slide" Target="/ppt/slides/slide7.xml" Id="Rd1f62dac82624405" /><Relationship Type="http://schemas.openxmlformats.org/officeDocument/2006/relationships/slide" Target="/ppt/slides/slide8.xml" Id="Rb12f8bd87c854f1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836bdd95581433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a962ff8b7ad4182" /><Relationship Type="http://schemas.openxmlformats.org/officeDocument/2006/relationships/notesMaster" Target="/ppt/notesMasters/notesMaster1.xml" Id="R1d8ad536abf74ff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b41ff6e36c341d6" /><Relationship Type="http://schemas.openxmlformats.org/officeDocument/2006/relationships/notesMaster" Target="/ppt/notesMasters/notesMaster1.xml" Id="R9ccf789c230640d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d8699934661448f" /><Relationship Type="http://schemas.openxmlformats.org/officeDocument/2006/relationships/notesMaster" Target="/ppt/notesMasters/notesMaster1.xml" Id="R498eced2b1f6495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e3a0cdebdae4b03" /><Relationship Type="http://schemas.openxmlformats.org/officeDocument/2006/relationships/notesMaster" Target="/ppt/notesMasters/notesMaster1.xml" Id="R83c81b86c5be446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75c216df7cc42c2" /><Relationship Type="http://schemas.openxmlformats.org/officeDocument/2006/relationships/notesMaster" Target="/ppt/notesMasters/notesMaster1.xml" Id="R802d980cbdd34bb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d319ad0be2e4282" /><Relationship Type="http://schemas.openxmlformats.org/officeDocument/2006/relationships/notesMaster" Target="/ppt/notesMasters/notesMaster1.xml" Id="Rbfac19ffc24f458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3beed6827a74f86" /><Relationship Type="http://schemas.openxmlformats.org/officeDocument/2006/relationships/notesMaster" Target="/ppt/notesMasters/notesMaster1.xml" Id="R5eec86e6229f4eb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b40edda17374249" /><Relationship Type="http://schemas.openxmlformats.org/officeDocument/2006/relationships/notesMaster" Target="/ppt/notesMasters/notesMaster1.xml" Id="Rfc4c29a760b04d3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開場：說明這堂課的實作成果與使用情境。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講師提示：goal；請以學員自己的真實題目示範，不用虛構成果。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講師提示：key；請以學員自己的真實題目示範，不用虛構成果。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講師提示：flow；請以學員自己的真實題目示範，不用虛構成果。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講師提示：prompt；請以學員自己的真實題目示範，不用虛構成果。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講師提示：practice；請以學員自己的真實題目示範，不用虛構成果。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講師提示：deliver；請以學員自己的真實題目示範，不用虛構成果。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講師提示：close；請以學員自己的真實題目示範，不用虛構成果。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8e190bbb58445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64cd79c934341b4" /><Relationship Type="http://schemas.openxmlformats.org/officeDocument/2006/relationships/slideLayout" Target="/ppt/slideLayouts/slideLayout1.xml" Id="R692ee9321813448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92ee9321813448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5737bb0abf411e" /><Relationship Type="http://schemas.openxmlformats.org/officeDocument/2006/relationships/notesSlide" Target="/ppt/notesSlides/notesSlide1.xml" Id="R26af6410c7a6438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91801fdea84212" /><Relationship Type="http://schemas.openxmlformats.org/officeDocument/2006/relationships/notesSlide" Target="/ppt/notesSlides/notesSlide2.xml" Id="R35bf63cb6ccb49c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12e462cc674c40" /><Relationship Type="http://schemas.openxmlformats.org/officeDocument/2006/relationships/notesSlide" Target="/ppt/notesSlides/notesSlide3.xml" Id="R5248782cc33e429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ddb6b93ee54399" /><Relationship Type="http://schemas.openxmlformats.org/officeDocument/2006/relationships/notesSlide" Target="/ppt/notesSlides/notesSlide4.xml" Id="Re677ea0e9e114b6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08562951674ec4" /><Relationship Type="http://schemas.openxmlformats.org/officeDocument/2006/relationships/notesSlide" Target="/ppt/notesSlides/notesSlide5.xml" Id="R6e038f884d12481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16a5ae49754019" /><Relationship Type="http://schemas.openxmlformats.org/officeDocument/2006/relationships/notesSlide" Target="/ppt/notesSlides/notesSlide6.xml" Id="Ra220d18c6187420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08f1a437f04e22" /><Relationship Type="http://schemas.openxmlformats.org/officeDocument/2006/relationships/notesSlide" Target="/ppt/notesSlides/notesSlide7.xml" Id="Rddb11a3ba0114b5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68e5b8cc2d4f9d" /><Relationship Type="http://schemas.openxmlformats.org/officeDocument/2006/relationships/notesSlide" Target="/ppt/notesSlides/notesSlide8.xml" Id="R71ba73d407d3461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2FFBFC-6BAC-43E2-B99E-E718CCD9A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0"/>
            <a:ext cx="3905250" cy="685800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147D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73B1A7-3449-4B11-B745-A51143885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E"/>
                </a:solidFill>
              </a:defRPr>
            </a:pPr>
            <a:r>
              <a:rPr sz="1200" b="1">
                <a:solidFill>
                  <a:srgbClr val="147D7E"/>
                </a:solidFill>
              </a:rPr>
              <a:t>第 01 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9E3025-018F-416F-AABE-429C2386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695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11827"/>
                </a:solidFill>
              </a:defRPr>
            </a:pPr>
            <a:r>
              <a:rPr sz="3750" b="1">
                <a:solidFill>
                  <a:srgbClr val="111827"/>
                </a:solidFill>
              </a:rPr>
              <a:t>Gemini Notebook 遊戲化 RPG 簡報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8FC641-4D0D-4C02-B430-ED442333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657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36273"/>
                </a:solidFill>
              </a:defRPr>
            </a:pPr>
            <a:r>
              <a:rPr sz="1800">
                <a:solidFill>
                  <a:srgbClr val="536273"/>
                </a:solidFill>
              </a:rPr>
              <a:t>把一份教材變成一場可以闖關的學習冒險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28A3D4-487A-446A-832A-D58994DE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809750"/>
            <a:ext cx="2095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47D7E"/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2D055B-1064-43B0-A4BA-F5AF5284C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81250"/>
            <a:ext cx="1571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00" b="1">
                <a:solidFill>
                  <a:srgbClr val="FFFFFF"/>
                </a:solidFill>
              </a:defRPr>
            </a:pPr>
            <a:r>
              <a:rPr sz="48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FB236B-2A73-4B58-85A6-70C6E7D14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333875"/>
            <a:ext cx="276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今天的作品</a:t>
            </a:r>
          </a:p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Gemini Notebook 遊戲化 RPG 簡報 v1</a:t>
            </a:r>
          </a:p>
        </p:txBody>
      </p:sp>
    </p:spTree>
    <p:extLst>
      <p:ext uri="{BB962C8B-B14F-4D97-AF65-F5344CB8AC3E}">
        <p14:creationId xmlns:p14="http://schemas.microsoft.com/office/powerpoint/2010/main" val="213755425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FE527B-DFFC-40AF-801F-B8AB7E0EA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EF58E2-3649-40D9-8FE9-DD767FB64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學習任務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B9C7A1-449D-45CB-8BE5-973B535B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25241A-57C2-41FF-83A7-5635CB722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40FA2C-9A99-4190-A5BC-B49A3ADDE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今天結束時，你要能完成：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82D0F0-AC13-4E5E-93D2-4F67F9C31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理解遊戲化的 5 個核心規則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CF7597-C680-426F-B781-5A29008DD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用 Gemini Notebook 整理教材與來源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5CE4B4-24BC-4DCF-8BDD-F3E3682F0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完成 8–12 張 RPG 簡報初版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CF7748-0674-4C04-900F-6CFBE38A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38375"/>
            <a:ext cx="37147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147D7E">
              <a:alpha val="13333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0BE5BD-245E-4083-977E-79A781AD4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61937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7D7E"/>
                </a:solidFill>
              </a:defRPr>
            </a:pPr>
            <a:r>
              <a:rPr sz="1800" b="1">
                <a:solidFill>
                  <a:srgbClr val="147D7E"/>
                </a:solidFill>
              </a:rPr>
              <a:t>完成標準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5651DF-2CD0-4E68-8B70-465E31F86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3850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Gemini Notebook 遊戲化 RPG 簡報 v1</a:t>
            </a:r>
          </a:p>
        </p:txBody>
      </p:sp>
    </p:spTree>
    <p:extLst>
      <p:ext uri="{BB962C8B-B14F-4D97-AF65-F5344CB8AC3E}">
        <p14:creationId xmlns:p14="http://schemas.microsoft.com/office/powerpoint/2010/main" val="2135454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492CDE-0944-4972-9FE6-692ABDC4D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E7DFFD-8402-4D73-A107-E3554631C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核心觀念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6032C5-9CE7-4D60-87E7-C366D63DA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D208CE-1A68-4CCD-BDA3-EAB6CB83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5B21DF-86F7-4231-B681-9788EAF36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把這堂課記成三個關鍵決定：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50FA52-1065-435C-A9B9-39A615A53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47D7E">
              <a:alpha val="9412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48A3FA-CE6B-4983-A3A0-B1D5E9D9C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7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E"/>
                </a:solidFill>
              </a:defRPr>
            </a:pPr>
            <a:r>
              <a:rPr sz="1575" b="1">
                <a:solidFill>
                  <a:srgbClr val="147D7E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844666-A278-46E0-9BD7-A95FFC400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5527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教材先於故事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31B05F-425B-48D4-BFCC-AC9325EDC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16A4B9-DB9F-4B24-8E71-8C83A0C4A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E"/>
                </a:solidFill>
              </a:defRPr>
            </a:pPr>
            <a:r>
              <a:rPr sz="1575" b="1">
                <a:solidFill>
                  <a:srgbClr val="147D7E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0899D8-84EA-42DB-A6BC-F0FFCA70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5052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任務必須使用教材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4367E3-07AE-4A51-9D23-7FD065C29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47D7E">
              <a:alpha val="9412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BDDDB8-F505-4262-AAB6-B2D7F727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76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E"/>
                </a:solidFill>
              </a:defRPr>
            </a:pPr>
            <a:r>
              <a:rPr sz="1575" b="1">
                <a:solidFill>
                  <a:srgbClr val="147D7E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014E26-A543-421C-B90C-8AA0ECCD0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577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挑戰、回饋、獎勵與成長</a:t>
            </a:r>
          </a:p>
        </p:txBody>
      </p:sp>
    </p:spTree>
    <p:extLst>
      <p:ext uri="{BB962C8B-B14F-4D97-AF65-F5344CB8AC3E}">
        <p14:creationId xmlns:p14="http://schemas.microsoft.com/office/powerpoint/2010/main" val="20817298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EBA6D7-DD56-4438-86C3-3C1BCC097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F38891-C358-4D67-BE13-8BEE641D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操作流程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CD4031-612C-43AE-ACB3-9EB6CC4E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B61934-5EF3-40E3-8E55-9F2CD0601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53E199-5C3C-4890-B0C9-81367B684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用這條流程，把想法做成可驗收成果：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5DC1F9-862D-4E88-9534-128A157A0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47D7E">
              <a:alpha val="13333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BC67CC-0BCA-4F4C-8AE9-B7E4C1178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47D7E"/>
                </a:solidFill>
              </a:defRPr>
            </a:pPr>
            <a:r>
              <a:rPr sz="1050" b="1">
                <a:solidFill>
                  <a:srgbClr val="147D7E"/>
                </a:solidFill>
              </a:rPr>
              <a:t>STEP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2FDACA-8B91-4445-AF0E-2C48425FD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上傳教材 PDF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DBC391-F562-465A-824D-616FF6400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20000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0B64D0-82D2-4710-A73B-AE792BA3F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STEP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EFE522-0AE3-41C6-893B-C9BAA401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請 Gemini Notebook 整理資料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B73998-F61F-45B6-B872-8A41E4AF0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47D7E">
              <a:alpha val="13333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554E22-67B3-4500-8EF9-2EDF882B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47D7E"/>
                </a:solidFill>
              </a:defRPr>
            </a:pPr>
            <a:r>
              <a:rPr sz="1050" b="1">
                <a:solidFill>
                  <a:srgbClr val="147D7E"/>
                </a:solidFill>
              </a:rPr>
              <a:t>STEP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A57204-BD4D-4300-9194-3A728904C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設計角色與關卡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C80065-4FA6-4BB5-BC58-E09F0C424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20000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54F5C8-FE01-4314-B6BA-D7AD19C87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1477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STEP 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349DA6-6477-4389-B78C-FD4A8CD91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005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生成簡報大綱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4EFF85-7E21-4D03-807A-9578CB50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762375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47D7E">
              <a:alpha val="13333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780CF7-AA85-4650-B570-D3152A4CC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1477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47D7E"/>
                </a:solidFill>
              </a:defRPr>
            </a:pPr>
            <a:r>
              <a:rPr sz="1050" b="1">
                <a:solidFill>
                  <a:srgbClr val="147D7E"/>
                </a:solidFill>
              </a:rPr>
              <a:t>STEP 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EB888A-9CEB-4805-A9FE-AEA1696A4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005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人工核對語言內容</a:t>
            </a:r>
          </a:p>
        </p:txBody>
      </p:sp>
    </p:spTree>
    <p:extLst>
      <p:ext uri="{BB962C8B-B14F-4D97-AF65-F5344CB8AC3E}">
        <p14:creationId xmlns:p14="http://schemas.microsoft.com/office/powerpoint/2010/main" val="13264974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D41511-FDEB-4C6A-8F96-A175B3F45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D03EFB-B7D6-48FB-B935-BBF51CD73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可直接使用的提示詞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9393E8-1FFA-4500-AB37-961800707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93F901-DD7F-489B-8926-0F699BCFD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8EB82E-36F2-4EB4-9E01-3B47F65A0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1095375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01827"/>
          </a:solidFill>
          <a:ln xmlns:a="http://schemas.openxmlformats.org/drawingml/2006/main" w="9525">
            <a:solidFill>
              <a:srgbClr val="10182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5A9E9E-01B1-4FCD-82B4-03DA01AA5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95500"/>
            <a:ext cx="10287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FFFFFF"/>
                </a:solidFill>
              </a:defRPr>
            </a:pPr>
            <a:r>
              <a:rPr sz="1725">
                <a:solidFill>
                  <a:srgbClr val="FFFFFF"/>
                </a:solidFill>
              </a:rPr>
              <a:t>請根據我上傳的教材，設計 RPG 世界觀、玩家角色、3 個關卡、挑戰、回饋與獎勵。只能使用來源中確認的語言資料，不可自行猜測。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8AC762-9543-4D9D-9D8B-F6C2F6CBD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7D7E"/>
                </a:solidFill>
              </a:defRPr>
            </a:pPr>
            <a:r>
              <a:rPr sz="1500" b="1">
                <a:solidFill>
                  <a:srgbClr val="147D7E"/>
                </a:solidFill>
              </a:rPr>
              <a:t>使用原則：先上傳／準備真實資料，再要求 AI 生成；產出後人工檢查。</a:t>
            </a:r>
          </a:p>
        </p:txBody>
      </p:sp>
    </p:spTree>
    <p:extLst>
      <p:ext uri="{BB962C8B-B14F-4D97-AF65-F5344CB8AC3E}">
        <p14:creationId xmlns:p14="http://schemas.microsoft.com/office/powerpoint/2010/main" val="11402045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24262B-4D29-44DC-B96B-20831EF1D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F6C2F6-1961-4D49-9B86-E7A3C2C55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課堂實作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DEF039-F7B7-4F2B-95D6-23CC180A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D4099F-57D6-43FC-98F7-92709E6CD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05AC5F-CD71-4EFD-A171-84D694984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請在課堂完成這個最小可行版本：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DEE216-C306-4531-91A2-1435F098D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68580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306628-A211-49E9-95D5-B7714E76B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62250"/>
            <a:ext cx="619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以「112年情境族語｜01上課用語｜太魯閣語」為案例，將對話練習、單詞練習與互動測驗轉成 3 個 RPG 關卡。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F90CD7-4CC2-412A-BAE2-DDEA098DA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81250"/>
            <a:ext cx="31432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147D7E">
              <a:alpha val="13333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E77401-67C3-4AE6-9D37-9BE4C42F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622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7D7E"/>
                </a:solidFill>
              </a:defRPr>
            </a:pPr>
            <a:r>
              <a:rPr sz="1800" b="1">
                <a:solidFill>
                  <a:srgbClr val="147D7E"/>
                </a:solidFill>
              </a:rPr>
              <a:t>講師檢查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84ECFD-58B1-4C95-991B-E47F67C50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337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能操作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04CAEB-6E40-443E-8EC3-F0BB1B22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338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有輸入與輸出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161884-0F9D-4D74-98BE-C213AE809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338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能說明限制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E59F1A-50D5-49A3-A207-A68AD486E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339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留下版本紀錄</a:t>
            </a:r>
          </a:p>
        </p:txBody>
      </p:sp>
    </p:spTree>
    <p:extLst>
      <p:ext uri="{BB962C8B-B14F-4D97-AF65-F5344CB8AC3E}">
        <p14:creationId xmlns:p14="http://schemas.microsoft.com/office/powerpoint/2010/main" val="46411447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98F458-73E8-427C-888B-9DDA2678D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6073BD-1E67-4088-9040-EDC72FF8D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交付規格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3763F3-B38C-4DE8-BD2A-96030E8BF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C76B04-F61B-4E02-B242-ED4C060C0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CC6F5B-009E-4984-AB8C-4E13BF918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作品包必須讓另一個人接手後也看得懂。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1BC681-5AF9-43A7-95B3-E77477744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7D7E"/>
                </a:solidFill>
              </a:defRPr>
            </a:pPr>
            <a:r>
              <a:rPr sz="1650" b="1">
                <a:solidFill>
                  <a:srgbClr val="147D7E"/>
                </a:solidFill>
              </a:rPr>
              <a:t>01｜成果檔案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43D991-EE72-4DFE-B915-6F2171D99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535B8A-3FC3-49AC-A1E3-93D024BE0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8132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02｜提示詞或程式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43B20D-EA16-43C7-9DE9-19ACE0EFF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62325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71F0CA-55F9-40F5-A3F3-2CED328B0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814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03｜輸入資料與來源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75022F-ED28-4801-8056-AB76A24E2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62400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7EF550-A1C3-4876-B997-4A84912F1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8147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04｜測試／人工檢查紀錄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EEC783-8503-4CFA-AD73-3A052FEBB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62475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35CE5D-463F-44AA-A5EA-7A8B42808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815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05｜操作說明與下一步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2A22E2-A4E4-4F2E-A629-B5A92CA16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62550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9374676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0BBCD0-CFC4-4873-BC77-B469F2B8B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A29D1C-A3B2-439A-8574-48CC394AD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課程總結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327536-F57F-4675-B8D6-45173CB7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4EBDE6-B560-4F8A-AEA6-047995EB9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C6362E-8D5F-4746-9B4B-8A1C43CE4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952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今天不是把工具玩過一次，而是留下可重複使用的流程。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9A789F-8829-48C6-AD71-BA3748DEA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47D7E"/>
                </a:solidFill>
              </a:defRPr>
            </a:pPr>
            <a:r>
              <a:rPr sz="1950" b="1">
                <a:solidFill>
                  <a:srgbClr val="147D7E"/>
                </a:solidFill>
              </a:rPr>
              <a:t>下一步：把成果放進你的 AI 備課工具箱。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AE2133-27DC-4D6D-8C82-CD8C7F1CF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905000"/>
            <a:ext cx="2095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47D7E"/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084D8D-87B4-4592-8C5E-D8DED9027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19375"/>
            <a:ext cx="1524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</a:rPr>
              <a:t>GO</a:t>
            </a:r>
          </a:p>
        </p:txBody>
      </p:sp>
    </p:spTree>
    <p:extLst>
      <p:ext uri="{BB962C8B-B14F-4D97-AF65-F5344CB8AC3E}">
        <p14:creationId xmlns:p14="http://schemas.microsoft.com/office/powerpoint/2010/main" val="130893126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2026-08-18T08:33:49.7050000Z</dcterms:created>
  <dcterms:modified xsi:type="dcterms:W3CDTF">2026-08-18T08:33:49.7050000Z</dcterms:modified>
</coreProperties>
</file>