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a408e7d9f4cd8" /><Relationship Type="http://schemas.openxmlformats.org/officeDocument/2006/relationships/extended-properties" Target="/docProps/app.xml" Id="R2329057b613d4915" /><Relationship Type="http://schemas.openxmlformats.org/officeDocument/2006/relationships/officeDocument" Target="/ppt/presentation.xml" Id="Rddcaf497d46947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b4c4b402684d82"/>
  </p:sldMasterIdLst>
  <p:notesMasterIdLst>
    <p:notesMasterId xmlns:r="http://schemas.openxmlformats.org/officeDocument/2006/relationships" r:id="R2c09afc7c3e042ce"/>
  </p:notesMasterIdLst>
  <p:sldIdLst>
    <p:sldId xmlns:r="http://schemas.openxmlformats.org/officeDocument/2006/relationships" id="256" r:id="Ra35b8781bfd1430b"/>
    <p:sldId xmlns:r="http://schemas.openxmlformats.org/officeDocument/2006/relationships" id="257" r:id="Rd160d3b649f64ab3"/>
    <p:sldId xmlns:r="http://schemas.openxmlformats.org/officeDocument/2006/relationships" id="258" r:id="R3669a96ed5b547f5"/>
    <p:sldId xmlns:r="http://schemas.openxmlformats.org/officeDocument/2006/relationships" id="259" r:id="R4e6e3dd7987e4ae3"/>
    <p:sldId xmlns:r="http://schemas.openxmlformats.org/officeDocument/2006/relationships" id="260" r:id="Rbe8a1f926a3c4d62"/>
    <p:sldId xmlns:r="http://schemas.openxmlformats.org/officeDocument/2006/relationships" id="261" r:id="R9ede11af042941c3"/>
    <p:sldId xmlns:r="http://schemas.openxmlformats.org/officeDocument/2006/relationships" id="262" r:id="R2624bb29491341f6"/>
    <p:sldId xmlns:r="http://schemas.openxmlformats.org/officeDocument/2006/relationships" id="263" r:id="Rab6ec9ccd28148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1f18b368184b1c" /><Relationship Type="http://schemas.openxmlformats.org/officeDocument/2006/relationships/slideMaster" Target="/ppt/slideMasters/slideMaster1.xml" Id="R95b4c4b402684d82" /><Relationship Type="http://schemas.openxmlformats.org/officeDocument/2006/relationships/notesMaster" Target="/ppt/notesMasters/notesMaster1.xml" Id="R2c09afc7c3e042ce" /><Relationship Type="http://schemas.openxmlformats.org/officeDocument/2006/relationships/presProps" Target="/ppt/presProps.xml" Id="R114fc3694d5f422d" /><Relationship Type="http://schemas.openxmlformats.org/officeDocument/2006/relationships/tableStyles" Target="/ppt/tableStyles.xml" Id="Rb7f68cd49cf549c4" /><Relationship Type="http://schemas.openxmlformats.org/officeDocument/2006/relationships/slide" Target="/ppt/slides/slide1.xml" Id="Ra35b8781bfd1430b" /><Relationship Type="http://schemas.openxmlformats.org/officeDocument/2006/relationships/slide" Target="/ppt/slides/slide2.xml" Id="Rd160d3b649f64ab3" /><Relationship Type="http://schemas.openxmlformats.org/officeDocument/2006/relationships/slide" Target="/ppt/slides/slide3.xml" Id="R3669a96ed5b547f5" /><Relationship Type="http://schemas.openxmlformats.org/officeDocument/2006/relationships/slide" Target="/ppt/slides/slide4.xml" Id="R4e6e3dd7987e4ae3" /><Relationship Type="http://schemas.openxmlformats.org/officeDocument/2006/relationships/slide" Target="/ppt/slides/slide5.xml" Id="Rbe8a1f926a3c4d62" /><Relationship Type="http://schemas.openxmlformats.org/officeDocument/2006/relationships/slide" Target="/ppt/slides/slide6.xml" Id="R9ede11af042941c3" /><Relationship Type="http://schemas.openxmlformats.org/officeDocument/2006/relationships/slide" Target="/ppt/slides/slide7.xml" Id="R2624bb29491341f6" /><Relationship Type="http://schemas.openxmlformats.org/officeDocument/2006/relationships/slide" Target="/ppt/slides/slide8.xml" Id="Rab6ec9ccd281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37109c2b8345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6f55ef444b4047" /><Relationship Type="http://schemas.openxmlformats.org/officeDocument/2006/relationships/notesMaster" Target="/ppt/notesMasters/notesMaster1.xml" Id="R2b890aada7d347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51e318a01452d" /><Relationship Type="http://schemas.openxmlformats.org/officeDocument/2006/relationships/notesMaster" Target="/ppt/notesMasters/notesMaster1.xml" Id="R6079b95d3bee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a0c7d69114ed8" /><Relationship Type="http://schemas.openxmlformats.org/officeDocument/2006/relationships/notesMaster" Target="/ppt/notesMasters/notesMaster1.xml" Id="Ra020a69f617f4e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6ed2a12fab421b" /><Relationship Type="http://schemas.openxmlformats.org/officeDocument/2006/relationships/notesMaster" Target="/ppt/notesMasters/notesMaster1.xml" Id="R0bb8bd4df962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b2f64b8cb4b20" /><Relationship Type="http://schemas.openxmlformats.org/officeDocument/2006/relationships/notesMaster" Target="/ppt/notesMasters/notesMaster1.xml" Id="Rff1ba9e550d84b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8d01eddf194aab" /><Relationship Type="http://schemas.openxmlformats.org/officeDocument/2006/relationships/notesMaster" Target="/ppt/notesMasters/notesMaster1.xml" Id="R0c2ba217339e49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b3f68cb9b94d0a" /><Relationship Type="http://schemas.openxmlformats.org/officeDocument/2006/relationships/notesMaster" Target="/ppt/notesMasters/notesMaster1.xml" Id="R9e5759b66b4d48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f136154990471e" /><Relationship Type="http://schemas.openxmlformats.org/officeDocument/2006/relationships/notesMaster" Target="/ppt/notesMasters/notesMaster1.xml" Id="R40d0c0f5027240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https://support.google.com/sites/answer/6372880?hl=en</a:t>
            </a:r>
          </a:p>
          <a:p xmlns:a="http://schemas.openxmlformats.org/drawingml/2006/main">
            <a:r>
              <a:t>- https://support.google.com/a/users/answer/9310491?hl=en</a:t>
            </a:r>
          </a:p>
          <a:p xmlns:a="http://schemas.openxmlformats.org/drawingml/2006/main">
            <a:r>
              <a:t>- https://docs.netlify.com/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a8ea42a6d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83ca7e1ed414d" /><Relationship Type="http://schemas.openxmlformats.org/officeDocument/2006/relationships/slideLayout" Target="/ppt/slideLayouts/slideLayout1.xml" Id="R1ae3d6968b0a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e3d6968b0a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d365c17b94520" /><Relationship Type="http://schemas.openxmlformats.org/officeDocument/2006/relationships/notesSlide" Target="/ppt/notesSlides/notesSlide1.xml" Id="Rd8b708d0c0bb44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c333b1ef2435c" /><Relationship Type="http://schemas.openxmlformats.org/officeDocument/2006/relationships/notesSlide" Target="/ppt/notesSlides/notesSlide2.xml" Id="Rc926cb315f5f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d2bc182c5419f" /><Relationship Type="http://schemas.openxmlformats.org/officeDocument/2006/relationships/notesSlide" Target="/ppt/notesSlides/notesSlide3.xml" Id="Ra42e22ec3458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e9d8ffc7d4aec" /><Relationship Type="http://schemas.openxmlformats.org/officeDocument/2006/relationships/notesSlide" Target="/ppt/notesSlides/notesSlide4.xml" Id="R419054a7b2ed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23b99904e4334" /><Relationship Type="http://schemas.openxmlformats.org/officeDocument/2006/relationships/notesSlide" Target="/ppt/notesSlides/notesSlide5.xml" Id="R594b2a487e56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650a7d5a94d5c" /><Relationship Type="http://schemas.openxmlformats.org/officeDocument/2006/relationships/notesSlide" Target="/ppt/notesSlides/notesSlide6.xml" Id="Ra2ab312c4e4540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3fb367e994318" /><Relationship Type="http://schemas.openxmlformats.org/officeDocument/2006/relationships/notesSlide" Target="/ppt/notesSlides/notesSlide7.xml" Id="R368e504fd70d4d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53169ceec4219" /><Relationship Type="http://schemas.openxmlformats.org/officeDocument/2006/relationships/notesSlide" Target="/ppt/notesSlides/notesSlide8.xml" Id="R1eefd084fcd34d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8F27B-CEC7-46CF-AD16-F9FC652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E76C-531E-4FC7-87A9-2AA8B793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E"/>
                </a:solidFill>
              </a:defRPr>
            </a:pPr>
            <a:r>
              <a:rPr sz="1200" b="1">
                <a:solidFill>
                  <a:srgbClr val="147D7E"/>
                </a:solidFill>
              </a:rPr>
              <a:t>第 05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230FA-D233-4D8F-882D-C0D6F5B6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讓你的網頁活起來：Google 協作平台與 Netlify 上架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F8435-7CBC-4029-B70B-A2F49282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把作品整理、發布，變成別人打得開的網址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39B39-8297-4580-B54B-44D436B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16D2F-D394-42BB-88B8-F778920A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EAF8-BB5B-4AD5-BA8C-CF71A9A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可開啟、可分享的線上作品網址</a:t>
            </a:r>
          </a:p>
        </p:txBody>
      </p:sp>
    </p:spTree>
    <p:extLst>
      <p:ext uri="{BB962C8B-B14F-4D97-AF65-F5344CB8AC3E}">
        <p14:creationId xmlns:p14="http://schemas.microsoft.com/office/powerpoint/2010/main" val="99527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30923-DD38-427B-B4F9-7924F328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079AD-A3F3-4F5C-A20D-9A8F0FCB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A0EAD-3903-47FA-B319-56DA740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0741-72A9-4B59-9AD1-8E16E2AD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9BDDB-D412-4429-8364-DC722DE7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B6688-149A-4370-9D14-567B4366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理解內容、嵌入與發布的差異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5443F-1D49-4C96-8C34-726F2CEF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Google Sites 包裝教學作品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75AF8-EAD8-439D-8E94-8203067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認識 Netlify 部署與分享流程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849A0-7B9C-4ED3-AA4D-AE2625A6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C86F6-CCE0-415A-8D70-138A3DB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E"/>
                </a:solidFill>
              </a:defRPr>
            </a:pPr>
            <a:r>
              <a:rPr sz="1800" b="1">
                <a:solidFill>
                  <a:srgbClr val="147D7E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BB34B-B307-46E1-870E-3550B9D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可開啟、可分享的線上作品網址</a:t>
            </a:r>
          </a:p>
        </p:txBody>
      </p:sp>
    </p:spTree>
    <p:extLst>
      <p:ext uri="{BB962C8B-B14F-4D97-AF65-F5344CB8AC3E}">
        <p14:creationId xmlns:p14="http://schemas.microsoft.com/office/powerpoint/2010/main" val="1969234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02EB2-E2E7-4FB6-BAC0-086188DF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DD27B-2583-46D1-9D01-0A399AD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99CC6-43F1-4E95-B641-82646CD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9DE67-6813-494A-98B6-B752F9A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1393B-8D6C-43EC-94CF-F70E2C50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DFE72-6D32-43F7-BF2E-F5602BBF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AB827-4955-4013-AF41-AC75AEB1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E0387-5B74-4644-9B76-1BF0222A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內容結構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AF2FB-46CD-4D00-9173-AB95F01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83D27-009E-4FD7-ADCD-D3035455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74F4E-276E-43BB-B69A-0C7601A6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嵌入工具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B69F3-53F3-46ED-95E2-71AFB02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5B9DA-2471-467F-B62D-C2A7244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2C28D-0D75-43CA-BF3D-D79552B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權限設定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C7D53-4275-425A-944A-A9F104F2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4DC9F-EFEF-46B9-BA1A-7B4B7290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E4ACA-F4F7-4E22-A333-C54DCE56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發布檢查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1F137-D935-4EAE-8704-8B4DF800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7D7E">
              <a:alpha val="9412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20D27-F4B3-47AD-9BB6-6C4E2EF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D7E"/>
                </a:solidFill>
              </a:defRPr>
            </a:pPr>
            <a:r>
              <a:rPr sz="1575" b="1">
                <a:solidFill>
                  <a:srgbClr val="147D7E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6D010-805F-4A9D-A4E1-EFEC9762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網址分享</a:t>
            </a:r>
          </a:p>
        </p:txBody>
      </p:sp>
    </p:spTree>
    <p:extLst>
      <p:ext uri="{BB962C8B-B14F-4D97-AF65-F5344CB8AC3E}">
        <p14:creationId xmlns:p14="http://schemas.microsoft.com/office/powerpoint/2010/main" val="1027757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894C0-0E27-4038-8BDD-910573BA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827A9-FDAB-4775-B48F-C902B6EB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D4F41-FC44-471C-B990-10CDF96C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572C3-1F91-4913-AB41-E9F01CE7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AA609-711E-4B2D-80DC-9CF5E0EA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6E463-C3F6-402A-AB45-84B20CD3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E1947-4FF2-4AB9-B2C3-E0048D63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9F1CD-1203-4DE4-A289-73F44960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整理首頁與導覽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1B22A-D9FE-4302-BF28-60C9B7EA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82F08-E15C-4F54-85EB-DE00E18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772AE-7946-402F-998D-ED85BF4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加入作品與說明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26FCA-72AF-4E24-AD62-3F0D69EB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B2045-63CA-44F4-B12E-39BEFDB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71761-A71F-4E70-A69D-C9B398B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Google Sites 預覽與發布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8FDBF-1A05-45AA-BADE-D2E6714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61F20-8586-4FD7-84E8-F509592C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B4F25-7F83-45BF-A5DE-9585D91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準備靜態網站檔案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B5B26-1363-423A-AF04-C9ABAA3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8A10B-D50C-4AB1-8B56-A50CE754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E"/>
                </a:solidFill>
              </a:defRPr>
            </a:pPr>
            <a:r>
              <a:rPr sz="1050" b="1">
                <a:solidFill>
                  <a:srgbClr val="147D7E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92555-0940-4381-81E2-7A0632AC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Netlify 部署與驗證</a:t>
            </a:r>
          </a:p>
        </p:txBody>
      </p:sp>
    </p:spTree>
    <p:extLst>
      <p:ext uri="{BB962C8B-B14F-4D97-AF65-F5344CB8AC3E}">
        <p14:creationId xmlns:p14="http://schemas.microsoft.com/office/powerpoint/2010/main" val="641150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B5F8C-A3B9-43F0-A71D-DAA30FE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0612B-C363-4E8C-A44A-4BEB675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B0A98-0E80-444D-90DD-C7F86A3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B7885-0C51-45C7-AA3B-FC9E75B9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31935-267F-4F45-8B55-7EEE24F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F008F-0027-439B-A45B-9E9571F8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請把我的作品整理成一個教學網站，規劃首頁、作品介紹、操作步驟、學習資源、作品展示與聯絡方式，並列出發布前的連結、手機版與權限檢查。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0D90A-CB40-419B-A2E7-63E4F11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7E"/>
                </a:solidFill>
              </a:defRPr>
            </a:pPr>
            <a:r>
              <a:rPr sz="1500" b="1">
                <a:solidFill>
                  <a:srgbClr val="147D7E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942510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5A2D4-9A12-4508-BD29-98CDF96A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E96EE-2F90-40A1-900D-1F41B609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7ECB4-648C-4A86-AB97-731F9F7D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F2D4-8227-4865-968A-19F65B2C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11BBD-476F-466C-991C-34894D01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AEE9F-A440-4D2B-A199-FFFA837F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43562-CCA9-4A3C-9B76-054EF52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將第 3–4 堂題庫作品包裝成一個 Google Sites 或 Netlify 可分享網站。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4838A-DB05-4CEE-AFDC-D73B363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7D7E">
              <a:alpha val="13333"/>
            </a:srgbClr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C02E3-3DAC-49BB-85D1-06ED3D42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7E"/>
                </a:solidFill>
              </a:defRPr>
            </a:pPr>
            <a:r>
              <a:rPr sz="1800" b="1">
                <a:solidFill>
                  <a:srgbClr val="147D7E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A5422-F0EE-42CB-A9EF-CF2E7D63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D8E8D-1BDC-4ADA-A275-758BF6B8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31773-487C-4AC9-8F11-8AEF47F3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061A0-C78F-4175-B261-B5009DFE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1170267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6EC6E-CB09-404E-9FA2-23CDFD29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92631-683F-4AB4-8CF5-332B76B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444F5-728E-47CC-A388-4AB3B51B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84970-CB24-409E-92FA-B738E91C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1BB3D-AA5E-48F1-9C96-DD191050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9FA8F-65D5-4E36-8651-3E7177DB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7D7E"/>
                </a:solidFill>
              </a:defRPr>
            </a:pPr>
            <a:r>
              <a:rPr sz="1650" b="1">
                <a:solidFill>
                  <a:srgbClr val="147D7E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77E23-602A-4F46-AC59-72C541E7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25486-1353-4659-9A9A-EF7CA2CA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1C885-ADE1-46DE-BBB2-E22A7FF2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32D1A-FEAF-483E-98D7-373DB3D5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7A006-9D9F-4BEE-B538-E697ACF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ED94F-4760-4959-A901-40F456F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BEA9E-1A0F-4B78-A035-DE65942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2FD95-4BED-4A6C-AFB1-827ED83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74928-F89F-48B0-AFEA-2F817ED6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2066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C9300-C7D8-44B0-A9D5-FEBEE87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E"/>
                </a:solidFill>
              </a:defRPr>
            </a:pPr>
            <a:r>
              <a:rPr sz="975" b="1">
                <a:solidFill>
                  <a:srgbClr val="147D7E"/>
                </a:solidFill>
              </a:rPr>
              <a:t>AI 工具實戰進階班 / 第 05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DB3E0-9661-4FB9-9475-FACBB196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0E266-2949-4FC9-9508-C616B413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DD731-11B6-4198-8EAB-CB6C58E5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937B-F339-46D3-B923-A4498736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F617-4479-4331-9B07-040DB16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7E"/>
                </a:solidFill>
              </a:defRPr>
            </a:pPr>
            <a:r>
              <a:rPr sz="1950" b="1">
                <a:solidFill>
                  <a:srgbClr val="147D7E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E8746-671F-49D6-A47F-4D886C6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7D7E"/>
          </a:solidFill>
          <a:ln xmlns:a="http://schemas.openxmlformats.org/drawingml/2006/main" w="9525">
            <a:solidFill>
              <a:srgbClr val="147D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AACCB-9F41-4DA7-95F9-5ACE0D18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664470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2026-08-18T08:12:14.9600000Z</dcterms:created>
  <dcterms:modified xsi:type="dcterms:W3CDTF">2026-08-18T08:12:14.9600000Z</dcterms:modified>
</coreProperties>
</file>