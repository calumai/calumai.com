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0a578e400a4a1f" /><Relationship Type="http://schemas.openxmlformats.org/officeDocument/2006/relationships/extended-properties" Target="/docProps/app.xml" Id="R5d990f931bb647ec" /><Relationship Type="http://schemas.openxmlformats.org/officeDocument/2006/relationships/officeDocument" Target="/ppt/presentation.xml" Id="Rc9d7386138d843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1f808ac684af0"/>
  </p:sldMasterIdLst>
  <p:notesMasterIdLst>
    <p:notesMasterId xmlns:r="http://schemas.openxmlformats.org/officeDocument/2006/relationships" r:id="Rebc3c5c75b464267"/>
  </p:notesMasterIdLst>
  <p:sldIdLst>
    <p:sldId xmlns:r="http://schemas.openxmlformats.org/officeDocument/2006/relationships" id="256" r:id="R5484593cb85d4f16"/>
    <p:sldId xmlns:r="http://schemas.openxmlformats.org/officeDocument/2006/relationships" id="257" r:id="R4bcdc5f64cb04210"/>
    <p:sldId xmlns:r="http://schemas.openxmlformats.org/officeDocument/2006/relationships" id="258" r:id="R66f55dc087614701"/>
    <p:sldId xmlns:r="http://schemas.openxmlformats.org/officeDocument/2006/relationships" id="259" r:id="R028a3aac6e4c4446"/>
    <p:sldId xmlns:r="http://schemas.openxmlformats.org/officeDocument/2006/relationships" id="260" r:id="R037879ed8df94a4a"/>
    <p:sldId xmlns:r="http://schemas.openxmlformats.org/officeDocument/2006/relationships" id="261" r:id="R14637159ed9a473a"/>
    <p:sldId xmlns:r="http://schemas.openxmlformats.org/officeDocument/2006/relationships" id="262" r:id="R180274c5d5994ef1"/>
    <p:sldId xmlns:r="http://schemas.openxmlformats.org/officeDocument/2006/relationships" id="263" r:id="R9fccee7776fe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724fa515f4db8" /><Relationship Type="http://schemas.openxmlformats.org/officeDocument/2006/relationships/slideMaster" Target="/ppt/slideMasters/slideMaster1.xml" Id="R81b1f808ac684af0" /><Relationship Type="http://schemas.openxmlformats.org/officeDocument/2006/relationships/notesMaster" Target="/ppt/notesMasters/notesMaster1.xml" Id="Rebc3c5c75b464267" /><Relationship Type="http://schemas.openxmlformats.org/officeDocument/2006/relationships/presProps" Target="/ppt/presProps.xml" Id="Re50f4291d4ec4df1" /><Relationship Type="http://schemas.openxmlformats.org/officeDocument/2006/relationships/tableStyles" Target="/ppt/tableStyles.xml" Id="R1ddbaf18fb614bea" /><Relationship Type="http://schemas.openxmlformats.org/officeDocument/2006/relationships/slide" Target="/ppt/slides/slide1.xml" Id="R5484593cb85d4f16" /><Relationship Type="http://schemas.openxmlformats.org/officeDocument/2006/relationships/slide" Target="/ppt/slides/slide2.xml" Id="R4bcdc5f64cb04210" /><Relationship Type="http://schemas.openxmlformats.org/officeDocument/2006/relationships/slide" Target="/ppt/slides/slide3.xml" Id="R66f55dc087614701" /><Relationship Type="http://schemas.openxmlformats.org/officeDocument/2006/relationships/slide" Target="/ppt/slides/slide4.xml" Id="R028a3aac6e4c4446" /><Relationship Type="http://schemas.openxmlformats.org/officeDocument/2006/relationships/slide" Target="/ppt/slides/slide5.xml" Id="R037879ed8df94a4a" /><Relationship Type="http://schemas.openxmlformats.org/officeDocument/2006/relationships/slide" Target="/ppt/slides/slide6.xml" Id="R14637159ed9a473a" /><Relationship Type="http://schemas.openxmlformats.org/officeDocument/2006/relationships/slide" Target="/ppt/slides/slide7.xml" Id="R180274c5d5994ef1" /><Relationship Type="http://schemas.openxmlformats.org/officeDocument/2006/relationships/slide" Target="/ppt/slides/slide8.xml" Id="R9fccee7776fe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b40bfce16646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b0a0e5283498c" /><Relationship Type="http://schemas.openxmlformats.org/officeDocument/2006/relationships/notesMaster" Target="/ppt/notesMasters/notesMaster1.xml" Id="R363987803356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3cf42f5fc4e23" /><Relationship Type="http://schemas.openxmlformats.org/officeDocument/2006/relationships/notesMaster" Target="/ppt/notesMasters/notesMaster1.xml" Id="R253429fd51df42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c6ffe8f374410" /><Relationship Type="http://schemas.openxmlformats.org/officeDocument/2006/relationships/notesMaster" Target="/ppt/notesMasters/notesMaster1.xml" Id="R9c64ba15054245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fe59b26ec44dc" /><Relationship Type="http://schemas.openxmlformats.org/officeDocument/2006/relationships/notesMaster" Target="/ppt/notesMasters/notesMaster1.xml" Id="Rb5d16995d95944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845e73c46e40f2" /><Relationship Type="http://schemas.openxmlformats.org/officeDocument/2006/relationships/notesMaster" Target="/ppt/notesMasters/notesMaster1.xml" Id="R8e53b18ab6a648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102c9abaf4471f" /><Relationship Type="http://schemas.openxmlformats.org/officeDocument/2006/relationships/notesMaster" Target="/ppt/notesMasters/notesMaster1.xml" Id="R0f74f3908e5249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3ec956c9984de2" /><Relationship Type="http://schemas.openxmlformats.org/officeDocument/2006/relationships/notesMaster" Target="/ppt/notesMasters/notesMaster1.xml" Id="Re05f79f0b9264a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1a422379784963" /><Relationship Type="http://schemas.openxmlformats.org/officeDocument/2006/relationships/notesMaster" Target="/ppt/notesMasters/notesMaster1.xml" Id="Rd3588b4921f5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e8d08259e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8230057a544f2" /><Relationship Type="http://schemas.openxmlformats.org/officeDocument/2006/relationships/slideLayout" Target="/ppt/slideLayouts/slideLayout1.xml" Id="R5fd6bf1bb012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d6bf1bb012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cdc4cacc14020" /><Relationship Type="http://schemas.openxmlformats.org/officeDocument/2006/relationships/notesSlide" Target="/ppt/notesSlides/notesSlide1.xml" Id="R920d37e5d060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60fd83db1488f" /><Relationship Type="http://schemas.openxmlformats.org/officeDocument/2006/relationships/notesSlide" Target="/ppt/notesSlides/notesSlide2.xml" Id="Rfde3185ee81946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e74639bc943aa" /><Relationship Type="http://schemas.openxmlformats.org/officeDocument/2006/relationships/notesSlide" Target="/ppt/notesSlides/notesSlide3.xml" Id="Rc1d2fea737fb4d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97b17198c4fab" /><Relationship Type="http://schemas.openxmlformats.org/officeDocument/2006/relationships/notesSlide" Target="/ppt/notesSlides/notesSlide4.xml" Id="Rca0057920e76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157245c0b4bfa" /><Relationship Type="http://schemas.openxmlformats.org/officeDocument/2006/relationships/notesSlide" Target="/ppt/notesSlides/notesSlide5.xml" Id="Rc4757a1397b2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9e19a3ddb4851" /><Relationship Type="http://schemas.openxmlformats.org/officeDocument/2006/relationships/notesSlide" Target="/ppt/notesSlides/notesSlide6.xml" Id="Rf36192ef488b40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884d53f49484f" /><Relationship Type="http://schemas.openxmlformats.org/officeDocument/2006/relationships/notesSlide" Target="/ppt/notesSlides/notesSlide7.xml" Id="Rd05675b592014e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b866ebf894c02" /><Relationship Type="http://schemas.openxmlformats.org/officeDocument/2006/relationships/notesSlide" Target="/ppt/notesSlides/notesSlide8.xml" Id="R04f9a581332f4b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4BC5E-2060-44CC-9B21-C930481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D4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42D3D-318E-405C-948E-17D17CF4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5A4A"/>
                </a:solidFill>
              </a:defRPr>
            </a:pPr>
            <a:r>
              <a:rPr sz="1200" b="1">
                <a:solidFill>
                  <a:srgbClr val="D45A4A"/>
                </a:solidFill>
              </a:rPr>
              <a:t>第 09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78967-5D6B-4883-854C-96594C91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Google Vids：單字與會話圖卡影片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322D5-4A4E-4D5F-9912-C0BF2DB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把文字教材變成有節奏的視覺化學習影片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F8545-E53F-438F-BD18-C998048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45A4A"/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A5C24-DFA3-481B-882C-C5C3063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112BD-3698-4901-B30B-2FD18AA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單字與會話圖卡影片初版</a:t>
            </a:r>
          </a:p>
        </p:txBody>
      </p:sp>
    </p:spTree>
    <p:extLst>
      <p:ext uri="{BB962C8B-B14F-4D97-AF65-F5344CB8AC3E}">
        <p14:creationId xmlns:p14="http://schemas.microsoft.com/office/powerpoint/2010/main" val="1313060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25B8C-5CC7-43CE-B88A-82BF8C92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14449-F75B-4C0B-8B17-1F272040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69E10-8B94-4E0C-9036-F36BCA58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F8132-7AE7-4853-93A3-CB177C86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3C1E6-FF7A-4D22-98C6-9976341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09AF2-92B9-4188-B149-C1DA072E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Gemini 規劃影片分鏡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BA3B2-3490-4661-B259-110A5419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把單字與會話拆成場景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8FC40-7354-486E-A27C-2EEC80EE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完成圖卡、字幕、旁白與節奏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9FB70-9E81-4BCF-9AB0-7849CC0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6D898-D46A-4C69-BB26-46210918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5A4A"/>
                </a:solidFill>
              </a:defRPr>
            </a:pPr>
            <a:r>
              <a:rPr sz="1800" b="1">
                <a:solidFill>
                  <a:srgbClr val="D45A4A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C6982-E255-448E-906C-AFE7AD4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單字與會話圖卡影片初版</a:t>
            </a:r>
          </a:p>
        </p:txBody>
      </p:sp>
    </p:spTree>
    <p:extLst>
      <p:ext uri="{BB962C8B-B14F-4D97-AF65-F5344CB8AC3E}">
        <p14:creationId xmlns:p14="http://schemas.microsoft.com/office/powerpoint/2010/main" val="969322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7CFF8-F1A1-45A7-B206-612C6C4D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B4D60-7C89-4EC6-8785-6CA742F3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9161E-37F4-42F3-9235-38F9888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D9EA5-185C-4E8D-A539-23FB3F7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007AB-CF1C-4FD3-A9ED-11C33D7A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C45B3-7238-4A89-9FB5-C8DCBD0F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45A4A">
              <a:alpha val="9412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57CB2-D2CB-49EA-91CA-FF66EC77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E594D-9EFA-41A3-A1DA-42DC243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一幕一個重點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1AED6-9B92-4507-BB4D-4272BDE1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47673-F23B-4709-B256-758F01E7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88281-07E0-4BAC-9A82-4D1FF170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畫面服務語言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4DF5F-E2F9-411E-8C79-ADCC024A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45A4A">
              <a:alpha val="9412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AD01F-EC59-4C75-BA94-899854B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1FE51-17F4-4539-80F3-A8C23C4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字幕與聲音要一致</a:t>
            </a:r>
          </a:p>
        </p:txBody>
      </p:sp>
    </p:spTree>
    <p:extLst>
      <p:ext uri="{BB962C8B-B14F-4D97-AF65-F5344CB8AC3E}">
        <p14:creationId xmlns:p14="http://schemas.microsoft.com/office/powerpoint/2010/main" val="231631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1C83C-D9CF-42E0-879F-5258417C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EADF1-035E-4DCD-AAFA-07EAC3E1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EB330-A248-403D-97B5-CD775FD4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6DF9F-3D35-4BA2-838F-758D72C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80A45-59B9-410F-BD51-FF520BA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64DD8-0D8E-4592-8FE1-125D687D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A9E42-A4C2-41B9-87E9-7F08295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5A4A"/>
                </a:solidFill>
              </a:defRPr>
            </a:pPr>
            <a:r>
              <a:rPr sz="1050" b="1">
                <a:solidFill>
                  <a:srgbClr val="D45A4A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65CA5-C028-4EFD-AEC1-7E27CDE8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準備單字與對話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09934-1812-4C55-8977-DB387401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8B3F9-54C9-4343-8461-B9F52F95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734D2-B404-4510-AC8B-B79A149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在 Vids 使用 Help me create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02B2E-D680-441D-AFD3-0343625A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E30F3-CBB6-428C-B052-97705CB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5A4A"/>
                </a:solidFill>
              </a:defRPr>
            </a:pPr>
            <a:r>
              <a:rPr sz="1050" b="1">
                <a:solidFill>
                  <a:srgbClr val="D45A4A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A6F64-B4AD-43B7-8B20-9A50BE6B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檢查分鏡與腳本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4827F-C94D-4F50-9A65-E18CDB87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79399-1177-4B17-A816-FC131E41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5B717-3E00-4188-BEF5-46FDCA1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替換圖卡與媒體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84835-2B4A-40CE-B890-CC84220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EEE61-0108-40DB-ADDA-86FDC29B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5A4A"/>
                </a:solidFill>
              </a:defRPr>
            </a:pPr>
            <a:r>
              <a:rPr sz="1050" b="1">
                <a:solidFill>
                  <a:srgbClr val="D45A4A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59CC6-0B34-481B-B76E-7D736E32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調整字幕、旁白與時間</a:t>
            </a:r>
          </a:p>
        </p:txBody>
      </p:sp>
    </p:spTree>
    <p:extLst>
      <p:ext uri="{BB962C8B-B14F-4D97-AF65-F5344CB8AC3E}">
        <p14:creationId xmlns:p14="http://schemas.microsoft.com/office/powerpoint/2010/main" val="427255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1903A-00C1-4435-A522-692CA5D4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CBB74-D51E-4D19-95CA-959205C2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7C533-54B5-4210-A794-533D6F52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4CD97-26B6-4216-8B61-04EC4CCE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1B262-D4DA-4953-8078-B9AC1FEB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E5B19-E882-478C-B061-D78D49A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請把以下單字與會話教材設計成 60–90 秒 Google Vids 教學影片。每幕只放一個學習重點，提供畫面、字幕、旁白、語言順序與學習者互動問題。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391C3-EDB3-4DCB-B70E-42C69ED7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45A4A"/>
                </a:solidFill>
              </a:defRPr>
            </a:pPr>
            <a:r>
              <a:rPr sz="1500" b="1">
                <a:solidFill>
                  <a:srgbClr val="D45A4A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221586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47983-9A84-47AC-BB90-55A4DEF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B3470-DFA7-4E65-8804-B48E0C3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EBCD8-2E65-41BC-9B50-4CA25712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63E8E-3296-4364-BA9D-922B1AD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0BDE6-E557-4A88-B0B0-F0DC2E1E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5DF59-EDB2-46A9-B8A8-96629DF7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98D4B-BF06-4AEA-9066-E7F88E5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製作一支單字與會話圖卡影片，至少 6 幕，最後加入 1 題互動複習。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7EBD9-E3BA-4226-BED4-5370D8E8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CE0E1-51AD-4236-8E6A-C5F36A4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5A4A"/>
                </a:solidFill>
              </a:defRPr>
            </a:pPr>
            <a:r>
              <a:rPr sz="1800" b="1">
                <a:solidFill>
                  <a:srgbClr val="D45A4A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F17F-A296-4974-8878-1B68AFE3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3B385-B1C6-4308-89CB-F6336DF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031CC-0189-46D9-95A8-19EDF6FA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0A5FC-E7E7-40CE-8760-C2925C3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362060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00A6A-3A7B-40AE-A7F5-0E37EC2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8D74B-D9BD-44AA-B64E-007DB690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739D2-013F-4F36-8EB1-70C9C29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210B7-75E6-4BE6-BB45-D30BC5B3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C58B7-9EEC-424A-BDB8-6805149E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0B1F9-2BA7-4F38-8858-A1C39CF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5A4A"/>
                </a:solidFill>
              </a:defRPr>
            </a:pPr>
            <a:r>
              <a:rPr sz="1650" b="1">
                <a:solidFill>
                  <a:srgbClr val="D45A4A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57F7C-F4E9-47DA-9C66-22AC1C31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1DCB8-60A7-4327-8DBA-E92F1ACD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7E622-1F6D-4133-83AD-73CA87B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9B9D5-0407-4CD1-A244-AA46D06D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60433-7303-4BAC-8837-24CC30D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D7CF6-10C2-4A26-991E-80B72CD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32BF2-9C1D-405F-97F1-1D0C8FB9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A84AA-A256-40B7-BB77-53D219DE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05756-42A2-4F82-85C9-E30E5D2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4999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7EFF7-E209-47EA-B356-57E912EF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09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E66B8-8BD3-41D6-8728-8FE82B5F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3A00F-6D2F-4CDA-9549-81009448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A37CF-AB62-4C3F-BE5E-81C50A2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01DEB-0A86-41F7-B1E1-E1E73C46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0B7C4-D715-4DEA-934C-5A5D62CC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45A4A"/>
                </a:solidFill>
              </a:defRPr>
            </a:pPr>
            <a:r>
              <a:rPr sz="1950" b="1">
                <a:solidFill>
                  <a:srgbClr val="D45A4A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62208-9CB1-4272-8992-48CA813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45A4A"/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EE035-458F-4A66-B033-8485DCCB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490371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2026-08-18T08:12:16.6680000Z</dcterms:created>
  <dcterms:modified xsi:type="dcterms:W3CDTF">2026-08-18T08:12:16.6680000Z</dcterms:modified>
</coreProperties>
</file>