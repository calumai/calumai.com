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24395325ae4823" /><Relationship Type="http://schemas.openxmlformats.org/officeDocument/2006/relationships/extended-properties" Target="/docProps/app.xml" Id="R098cb3988a854073" /><Relationship Type="http://schemas.openxmlformats.org/officeDocument/2006/relationships/officeDocument" Target="/ppt/presentation.xml" Id="Rc2f532e541004f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9bf1f27e7b4937"/>
  </p:sldMasterIdLst>
  <p:notesMasterIdLst>
    <p:notesMasterId xmlns:r="http://schemas.openxmlformats.org/officeDocument/2006/relationships" r:id="Rb656dbe5d0b94853"/>
  </p:notesMasterIdLst>
  <p:sldIdLst>
    <p:sldId xmlns:r="http://schemas.openxmlformats.org/officeDocument/2006/relationships" id="256" r:id="Rdbd49d450cda4c6e"/>
    <p:sldId xmlns:r="http://schemas.openxmlformats.org/officeDocument/2006/relationships" id="257" r:id="R72827f789a0e4828"/>
    <p:sldId xmlns:r="http://schemas.openxmlformats.org/officeDocument/2006/relationships" id="258" r:id="R4dbb36d49e254f69"/>
    <p:sldId xmlns:r="http://schemas.openxmlformats.org/officeDocument/2006/relationships" id="259" r:id="R0d9c15541a2b4c2d"/>
    <p:sldId xmlns:r="http://schemas.openxmlformats.org/officeDocument/2006/relationships" id="260" r:id="Rda3ac3fc8a464ca0"/>
    <p:sldId xmlns:r="http://schemas.openxmlformats.org/officeDocument/2006/relationships" id="261" r:id="Rd49b30431211479a"/>
    <p:sldId xmlns:r="http://schemas.openxmlformats.org/officeDocument/2006/relationships" id="262" r:id="R35a5abad0fdc46c4"/>
    <p:sldId xmlns:r="http://schemas.openxmlformats.org/officeDocument/2006/relationships" id="263" r:id="R4ad09b8dda4f4e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33a822cd644594" /><Relationship Type="http://schemas.openxmlformats.org/officeDocument/2006/relationships/slideMaster" Target="/ppt/slideMasters/slideMaster1.xml" Id="R279bf1f27e7b4937" /><Relationship Type="http://schemas.openxmlformats.org/officeDocument/2006/relationships/notesMaster" Target="/ppt/notesMasters/notesMaster1.xml" Id="Rb656dbe5d0b94853" /><Relationship Type="http://schemas.openxmlformats.org/officeDocument/2006/relationships/presProps" Target="/ppt/presProps.xml" Id="Re82068252b9c449d" /><Relationship Type="http://schemas.openxmlformats.org/officeDocument/2006/relationships/tableStyles" Target="/ppt/tableStyles.xml" Id="Rb93f801f4dc244db" /><Relationship Type="http://schemas.openxmlformats.org/officeDocument/2006/relationships/slide" Target="/ppt/slides/slide1.xml" Id="Rdbd49d450cda4c6e" /><Relationship Type="http://schemas.openxmlformats.org/officeDocument/2006/relationships/slide" Target="/ppt/slides/slide2.xml" Id="R72827f789a0e4828" /><Relationship Type="http://schemas.openxmlformats.org/officeDocument/2006/relationships/slide" Target="/ppt/slides/slide3.xml" Id="R4dbb36d49e254f69" /><Relationship Type="http://schemas.openxmlformats.org/officeDocument/2006/relationships/slide" Target="/ppt/slides/slide4.xml" Id="R0d9c15541a2b4c2d" /><Relationship Type="http://schemas.openxmlformats.org/officeDocument/2006/relationships/slide" Target="/ppt/slides/slide5.xml" Id="Rda3ac3fc8a464ca0" /><Relationship Type="http://schemas.openxmlformats.org/officeDocument/2006/relationships/slide" Target="/ppt/slides/slide6.xml" Id="Rd49b30431211479a" /><Relationship Type="http://schemas.openxmlformats.org/officeDocument/2006/relationships/slide" Target="/ppt/slides/slide7.xml" Id="R35a5abad0fdc46c4" /><Relationship Type="http://schemas.openxmlformats.org/officeDocument/2006/relationships/slide" Target="/ppt/slides/slide8.xml" Id="R4ad09b8dda4f4e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0f95ec7eb841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5827b259d1407b" /><Relationship Type="http://schemas.openxmlformats.org/officeDocument/2006/relationships/notesMaster" Target="/ppt/notesMasters/notesMaster1.xml" Id="Ra654285ad77f4f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b4c560ca8348d7" /><Relationship Type="http://schemas.openxmlformats.org/officeDocument/2006/relationships/notesMaster" Target="/ppt/notesMasters/notesMaster1.xml" Id="R4ad019947d4c46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307cf59fe74d61" /><Relationship Type="http://schemas.openxmlformats.org/officeDocument/2006/relationships/notesMaster" Target="/ppt/notesMasters/notesMaster1.xml" Id="Ra4aa0f16463b4d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0c609ec6fc4d8d" /><Relationship Type="http://schemas.openxmlformats.org/officeDocument/2006/relationships/notesMaster" Target="/ppt/notesMasters/notesMaster1.xml" Id="R124be34d926f4c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3d492744c84fa3" /><Relationship Type="http://schemas.openxmlformats.org/officeDocument/2006/relationships/notesMaster" Target="/ppt/notesMasters/notesMaster1.xml" Id="R8417de55887945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4742a462ca4a16" /><Relationship Type="http://schemas.openxmlformats.org/officeDocument/2006/relationships/notesMaster" Target="/ppt/notesMasters/notesMaster1.xml" Id="R1b5cc9a6372042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8c56b7c666481d" /><Relationship Type="http://schemas.openxmlformats.org/officeDocument/2006/relationships/notesMaster" Target="/ppt/notesMasters/notesMaster1.xml" Id="Rcff413648ca84f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04b945f4b743f8" /><Relationship Type="http://schemas.openxmlformats.org/officeDocument/2006/relationships/notesMaster" Target="/ppt/notesMasters/notesMaster1.xml" Id="R6df9cd66d43b4a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開場：說明這堂課的實作成果與使用情境。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講師提示：goal；請以學員自己的真實題目示範，不用虛構成果。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講師提示：key；請以學員自己的真實題目示範，不用虛構成果。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講師提示：flow；請以學員自己的真實題目示範，不用虛構成果。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講師提示：prompt；請以學員自己的真實題目示範，不用虛構成果。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講師提示：practice；請以學員自己的真實題目示範，不用虛構成果。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講師提示：deliver；請以學員自己的真實題目示範，不用虛構成果。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講師提示：close；請以學員自己的真實題目示範，不用虛構成果。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829a2874904a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f749692d5f4282" /><Relationship Type="http://schemas.openxmlformats.org/officeDocument/2006/relationships/slideLayout" Target="/ppt/slideLayouts/slideLayout1.xml" Id="R791b8e5204f14e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1b8e5204f14e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c4af7d1084fec" /><Relationship Type="http://schemas.openxmlformats.org/officeDocument/2006/relationships/notesSlide" Target="/ppt/notesSlides/notesSlide1.xml" Id="R5efcc99047de4d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7159510784bfa" /><Relationship Type="http://schemas.openxmlformats.org/officeDocument/2006/relationships/notesSlide" Target="/ppt/notesSlides/notesSlide2.xml" Id="R19d095bb466d4a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b389eddb924418" /><Relationship Type="http://schemas.openxmlformats.org/officeDocument/2006/relationships/notesSlide" Target="/ppt/notesSlides/notesSlide3.xml" Id="Raf658f60508640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b87279cbe4652" /><Relationship Type="http://schemas.openxmlformats.org/officeDocument/2006/relationships/notesSlide" Target="/ppt/notesSlides/notesSlide4.xml" Id="R166b8bf26cc447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a783b5462f4418" /><Relationship Type="http://schemas.openxmlformats.org/officeDocument/2006/relationships/notesSlide" Target="/ppt/notesSlides/notesSlide5.xml" Id="R4d8756584d2740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b503c9c3404b6a" /><Relationship Type="http://schemas.openxmlformats.org/officeDocument/2006/relationships/notesSlide" Target="/ppt/notesSlides/notesSlide6.xml" Id="Ra6a455a884df46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60c61bb8d140e0" /><Relationship Type="http://schemas.openxmlformats.org/officeDocument/2006/relationships/notesSlide" Target="/ppt/notesSlides/notesSlide7.xml" Id="R4bca646396284b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fa4cf423a74612" /><Relationship Type="http://schemas.openxmlformats.org/officeDocument/2006/relationships/notesSlide" Target="/ppt/notesSlides/notesSlide8.xml" Id="Ra2bff980786143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D8B6E2-FCB8-4089-B843-F972ECD9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905250" cy="685800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C89E00-DEF2-4C7A-9099-245B4777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1827"/>
                </a:solidFill>
              </a:defRPr>
            </a:pPr>
            <a:r>
              <a:rPr sz="1200" b="1">
                <a:solidFill>
                  <a:srgbClr val="101827"/>
                </a:solidFill>
              </a:rPr>
              <a:t>第 12 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7BACC5-7F85-44D2-91AA-F52870AF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695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11827"/>
                </a:solidFill>
              </a:defRPr>
            </a:pPr>
            <a:r>
              <a:rPr sz="3750" b="1">
                <a:solidFill>
                  <a:srgbClr val="111827"/>
                </a:solidFill>
              </a:rPr>
              <a:t>期末發表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A36DA2-0AD8-4E61-829C-DD1C4ABE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36273"/>
                </a:solidFill>
              </a:defRPr>
            </a:pPr>
            <a:r>
              <a:rPr sz="1800">
                <a:solidFill>
                  <a:srgbClr val="536273"/>
                </a:solidFill>
              </a:rPr>
              <a:t>把 11 堂課累積的作品，說成一個清楚而有證據的故事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FFE6F5-6BBE-42F7-9F1A-B07523CE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66EB90-8A2B-4F41-9E51-4EE99D09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8125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519FB5-DEA5-45E9-AF3A-80859CB4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3338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今天的作品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期末作品包與公開發表</a:t>
            </a:r>
          </a:p>
        </p:txBody>
      </p:sp>
    </p:spTree>
    <p:extLst>
      <p:ext uri="{BB962C8B-B14F-4D97-AF65-F5344CB8AC3E}">
        <p14:creationId xmlns:p14="http://schemas.microsoft.com/office/powerpoint/2010/main" val="7510934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468A38-D9CD-47FE-B1CF-418EB08E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1827"/>
                </a:solidFill>
              </a:defRPr>
            </a:pPr>
            <a:r>
              <a:rPr sz="975" b="1">
                <a:solidFill>
                  <a:srgbClr val="101827"/>
                </a:solidFill>
              </a:rPr>
              <a:t>AI 工具實戰進階班 / 第 12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6C782C-204D-4190-90C0-76852ECC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學習任務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CF3669-70D5-4119-A62F-A1761DD6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4F4C1-DA60-4800-BC44-C438D298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73649B-F975-483A-B991-B8E00CA9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今天結束時，你要能完成：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FA0FBC-5BC8-47F4-8D9F-5B206C41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清楚說明問題與使用情境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E42B43-8669-4662-8AE6-2FA3F1F9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展示工具流程與作品證據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6FC5B2-1748-4A43-AE60-0DC0522B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回應提問並說明限制與下一步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C130C0-5D59-46AA-9D52-9C00CE70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38375"/>
            <a:ext cx="3714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01827">
              <a:alpha val="13333"/>
            </a:srgbClr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F3DA24-F032-4F91-9DA3-3095221A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193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827"/>
                </a:solidFill>
              </a:defRPr>
            </a:pPr>
            <a:r>
              <a:rPr sz="1800" b="1">
                <a:solidFill>
                  <a:srgbClr val="101827"/>
                </a:solidFill>
              </a:rPr>
              <a:t>完成標準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B4E0B3-AB8E-4B45-8FED-84DECCA9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385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期末作品包與公開發表</a:t>
            </a:r>
          </a:p>
        </p:txBody>
      </p:sp>
    </p:spTree>
    <p:extLst>
      <p:ext uri="{BB962C8B-B14F-4D97-AF65-F5344CB8AC3E}">
        <p14:creationId xmlns:p14="http://schemas.microsoft.com/office/powerpoint/2010/main" val="12436574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424CCB-3869-4823-A670-6E98997A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1827"/>
                </a:solidFill>
              </a:defRPr>
            </a:pPr>
            <a:r>
              <a:rPr sz="975" b="1">
                <a:solidFill>
                  <a:srgbClr val="101827"/>
                </a:solidFill>
              </a:rPr>
              <a:t>AI 工具實戰進階班 / 第 12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5DA2E2-6543-4B8F-A445-D5068C59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核心觀念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841025-B509-4079-B497-9D4C9006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3B90BC-20EC-4929-A393-832C00CF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5DD628-00F1-41D0-A0E1-9F857652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把這堂課記成三個關鍵決定：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A48CC2-DB1D-4C0D-96ED-7B29C82D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1827">
              <a:alpha val="9412"/>
            </a:srgbClr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6A50E4-7AAE-466D-80CC-E0B1EECC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7"/>
                </a:solidFill>
              </a:defRPr>
            </a:pPr>
            <a:r>
              <a:rPr sz="1575" b="1">
                <a:solidFill>
                  <a:srgbClr val="101827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35B4BF-BF1D-4DF1-AC08-77AA53D0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52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問題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4AD612-AEF4-466F-B82F-F0EE03DA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082025-67AD-4E9B-B394-AE66C31C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242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7"/>
                </a:solidFill>
              </a:defRPr>
            </a:pPr>
            <a:r>
              <a:rPr sz="1575" b="1">
                <a:solidFill>
                  <a:srgbClr val="101827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5A2989-DF53-414D-A7EF-9421DCCF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052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方法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64CEF5-9919-491D-B624-9CFF1709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1827">
              <a:alpha val="9412"/>
            </a:srgbClr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89778B-F410-4724-A655-BE562997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7"/>
                </a:solidFill>
              </a:defRPr>
            </a:pPr>
            <a:r>
              <a:rPr sz="1575" b="1">
                <a:solidFill>
                  <a:srgbClr val="101827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8C98BE-88CD-4E37-B734-C041965E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57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成果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46DBEF-379C-4D78-9CB8-A99CE907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BA1CCC-9E3D-46C2-A376-43DCB649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292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7"/>
                </a:solidFill>
              </a:defRPr>
            </a:pPr>
            <a:r>
              <a:rPr sz="1575" b="1">
                <a:solidFill>
                  <a:srgbClr val="101827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28DFBB-3421-4691-A178-6B2A4092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102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證據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7BB550-C2C9-4BB1-80ED-0A870E22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1827">
              <a:alpha val="9412"/>
            </a:srgbClr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9F8E94-551B-4078-A81F-870D717F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381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7"/>
                </a:solidFill>
              </a:defRPr>
            </a:pPr>
            <a:r>
              <a:rPr sz="1575" b="1">
                <a:solidFill>
                  <a:srgbClr val="101827"/>
                </a:solidFill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BE482F-E6AD-41DF-A503-3D9C53FB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362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反思</a:t>
            </a:r>
          </a:p>
        </p:txBody>
      </p:sp>
    </p:spTree>
    <p:extLst>
      <p:ext uri="{BB962C8B-B14F-4D97-AF65-F5344CB8AC3E}">
        <p14:creationId xmlns:p14="http://schemas.microsoft.com/office/powerpoint/2010/main" val="15651167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EC5AF5-27EE-4E1C-8A54-986B2220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1827"/>
                </a:solidFill>
              </a:defRPr>
            </a:pPr>
            <a:r>
              <a:rPr sz="975" b="1">
                <a:solidFill>
                  <a:srgbClr val="101827"/>
                </a:solidFill>
              </a:rPr>
              <a:t>AI 工具實戰進階班 / 第 12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8309FB-4D59-4D3E-ADA1-62BFE0A2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操作流程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612D1-E23A-43A7-870A-8876FCB8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9DEC88-8C13-4716-8DBD-8057B29D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86F137-F2CC-451D-8A9D-C95AF738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用這條流程，把想法做成可驗收成果：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88AF01-03AA-4BF9-B754-B8B09825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1827">
              <a:alpha val="13333"/>
            </a:srgbClr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A9D4D1-3FFD-4034-AE2D-E1CDCFA0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1827"/>
                </a:solidFill>
              </a:defRPr>
            </a:pPr>
            <a:r>
              <a:rPr sz="1050" b="1">
                <a:solidFill>
                  <a:srgbClr val="101827"/>
                </a:solidFill>
              </a:rPr>
              <a:t>STEP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8081FF-238D-46FC-AAE2-1DF0F37B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19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完成作品包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83D04C-5466-46D8-8C87-1FD0413A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81250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3A62F">
              <a:alpha val="20000"/>
            </a:srgbClr>
          </a:solidFill>
          <a:ln xmlns:a="http://schemas.openxmlformats.org/drawingml/2006/main" w="9525">
            <a:solidFill>
              <a:srgbClr val="E3A62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5298F0-9E09-4C32-B00E-4509B3DA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33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3A62F"/>
                </a:solidFill>
              </a:defRPr>
            </a:pPr>
            <a:r>
              <a:rPr sz="1050" b="1">
                <a:solidFill>
                  <a:srgbClr val="E3A62F"/>
                </a:solidFill>
              </a:rPr>
              <a:t>STEP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6101A3-4741-4CE8-AD84-3366F5D0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19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整理 5–8 分鐘簡報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B436B5-DA08-4F09-9121-86B4B770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81250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1827">
              <a:alpha val="13333"/>
            </a:srgbClr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492513-176F-49C4-8FAA-3EA25177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33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1827"/>
                </a:solidFill>
              </a:defRPr>
            </a:pPr>
            <a:r>
              <a:rPr sz="1050" b="1">
                <a:solidFill>
                  <a:srgbClr val="101827"/>
                </a:solidFill>
              </a:rPr>
              <a:t>STEP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2F743A-92DB-4D89-8E41-6489CB98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19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準備 live demo 或錄影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5BE6D1-DCE9-474C-BAAE-DA3F700E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3A62F">
              <a:alpha val="20000"/>
            </a:srgbClr>
          </a:solidFill>
          <a:ln xmlns:a="http://schemas.openxmlformats.org/drawingml/2006/main" w="9525">
            <a:solidFill>
              <a:srgbClr val="E3A62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8AD4FA-FD28-45CE-91C8-0445F080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147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3A62F"/>
                </a:solidFill>
              </a:defRPr>
            </a:pPr>
            <a:r>
              <a:rPr sz="1050" b="1">
                <a:solidFill>
                  <a:srgbClr val="E3A62F"/>
                </a:solidFill>
              </a:rPr>
              <a:t>STEP 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D53A25-3617-40D5-8988-F2C63D7E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005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同儕彩排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1AB9DD-B280-4EC1-89ED-8F152EA4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62375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1827">
              <a:alpha val="13333"/>
            </a:srgbClr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8C3590-68DB-402E-864C-6D6D86B1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147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1827"/>
                </a:solidFill>
              </a:defRPr>
            </a:pPr>
            <a:r>
              <a:rPr sz="1050" b="1">
                <a:solidFill>
                  <a:srgbClr val="101827"/>
                </a:solidFill>
              </a:rPr>
              <a:t>STEP 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DCB3E9-230C-4E70-865C-7FB48848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005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正式發表與回饋</a:t>
            </a:r>
          </a:p>
        </p:txBody>
      </p:sp>
    </p:spTree>
    <p:extLst>
      <p:ext uri="{BB962C8B-B14F-4D97-AF65-F5344CB8AC3E}">
        <p14:creationId xmlns:p14="http://schemas.microsoft.com/office/powerpoint/2010/main" val="6218699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62B2D1-1076-4B74-8618-54F4055D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1827"/>
                </a:solidFill>
              </a:defRPr>
            </a:pPr>
            <a:r>
              <a:rPr sz="975" b="1">
                <a:solidFill>
                  <a:srgbClr val="101827"/>
                </a:solidFill>
              </a:rPr>
              <a:t>AI 工具實戰進階班 / 第 12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A37934-DA08-41B4-A251-7A417EAF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可直接使用的提示詞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289292-6708-4A89-8861-C65CAA03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5CEE87-4E61-402D-B8F3-AD84CDE3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B30AB8-859D-4636-895C-2DE277B2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53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5A2A79-B565-467B-860D-146418BB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10287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FFFFF"/>
                </a:solidFill>
              </a:defRPr>
            </a:pPr>
            <a:r>
              <a:rPr sz="1725">
                <a:solidFill>
                  <a:srgbClr val="FFFFFF"/>
                </a:solidFill>
              </a:rPr>
              <a:t>請把我的期末作品整理成 5–8 分鐘發表簡報，包含問題、目標對象、使用工具、操作流程、成果證據、人工檢查、限制、學到什麼與下一步。請提供逐頁大綱與講稿。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1A6207-648E-4C91-A041-BDD3042D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使用原則：先上傳／準備真實資料，再要求 AI 生成；產出後人工檢查。</a:t>
            </a:r>
          </a:p>
        </p:txBody>
      </p:sp>
    </p:spTree>
    <p:extLst>
      <p:ext uri="{BB962C8B-B14F-4D97-AF65-F5344CB8AC3E}">
        <p14:creationId xmlns:p14="http://schemas.microsoft.com/office/powerpoint/2010/main" val="9014870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994690-B5E0-4ABD-B640-48D0C976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1827"/>
                </a:solidFill>
              </a:defRPr>
            </a:pPr>
            <a:r>
              <a:rPr sz="975" b="1">
                <a:solidFill>
                  <a:srgbClr val="101827"/>
                </a:solidFill>
              </a:rPr>
              <a:t>AI 工具實戰進階班 / 第 12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530B88-FE6B-42BC-B055-8F455C7E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課堂實作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8F639A-7B08-4A25-8833-9DA9A7AE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0F6509-2FEA-45A5-88CC-B6047561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7EEEE7-530F-4566-8FC1-48047B86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請在課堂完成這個最小可行版本：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1F450B-DD14-4314-B462-773C78C1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6858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6F70F4-63C6-4D01-A389-674496FB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完成作品展演、簡報、README、提示詞紀錄與反思報告。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CE3F04-A16D-4507-8AD1-96CBC361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3143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01827">
              <a:alpha val="13333"/>
            </a:srgbClr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542BC2-FE65-43D8-A2E1-BFC0849B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62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827"/>
                </a:solidFill>
              </a:defRPr>
            </a:pPr>
            <a:r>
              <a:rPr sz="1800" b="1">
                <a:solidFill>
                  <a:srgbClr val="101827"/>
                </a:solidFill>
              </a:rPr>
              <a:t>講師檢查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149878-A887-4D54-908A-A35684E6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33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能操作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97379B-D3AD-4542-A80F-94B37E0B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338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有輸入與輸出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DE4D2C-21A8-486E-9A6E-B64BF54E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33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能說明限制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E846CC-5E1A-46B3-90C5-8701080D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339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留下版本紀錄</a:t>
            </a:r>
          </a:p>
        </p:txBody>
      </p:sp>
    </p:spTree>
    <p:extLst>
      <p:ext uri="{BB962C8B-B14F-4D97-AF65-F5344CB8AC3E}">
        <p14:creationId xmlns:p14="http://schemas.microsoft.com/office/powerpoint/2010/main" val="6091354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054996-66BB-434A-A66B-209E3968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1827"/>
                </a:solidFill>
              </a:defRPr>
            </a:pPr>
            <a:r>
              <a:rPr sz="975" b="1">
                <a:solidFill>
                  <a:srgbClr val="101827"/>
                </a:solidFill>
              </a:rPr>
              <a:t>AI 工具實戰進階班 / 第 12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B59321-B2FF-43B5-A116-D771D32E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交付規格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12088B-23FF-4987-8791-AC628559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B068D7-5802-40B1-9A94-479F0145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70BF9A-583F-4247-AED1-A1037B5F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作品包必須讓另一個人接手後也看得懂。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B97680-9B41-4927-83B8-561587DE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7"/>
                </a:solidFill>
              </a:defRPr>
            </a:pPr>
            <a:r>
              <a:rPr sz="1650" b="1">
                <a:solidFill>
                  <a:srgbClr val="101827"/>
                </a:solidFill>
              </a:rPr>
              <a:t>01｜成果檔案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F9BFDE-1A49-4F07-ABF8-E0B124C2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E21A97-A5F9-44E6-BB4F-872C8EC2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813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02｜提示詞或程式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C5F2C1-485A-472E-953A-22E21128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6232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AEB231-1446-4D7D-8E9A-6AE503EE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03｜輸入資料與來源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0498FD-13AF-44FE-B085-18D585DC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624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DAF0F9-F5DD-44DD-AC3F-EE5FE935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814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04｜測試／人工檢查紀錄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1433EC-62D8-4E36-AFFD-23B1BE29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6247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54A191-53AB-4D62-8D5C-FBF2F626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05｜操作說明與下一步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7A5BD8-88FD-4B81-BBA5-891E11EC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6255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447005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B61714-9A39-4360-B753-4E193B2B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1827"/>
                </a:solidFill>
              </a:defRPr>
            </a:pPr>
            <a:r>
              <a:rPr sz="975" b="1">
                <a:solidFill>
                  <a:srgbClr val="101827"/>
                </a:solidFill>
              </a:rPr>
              <a:t>AI 工具實戰進階班 / 第 12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BF1424-C89C-4A34-896B-30774349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課程總結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EC8820-1172-443A-B26B-8D06A024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52BB47-EAC7-4F4C-A442-8603C51C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592E6-1379-4A8B-95A8-BBED07EC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今天不是把工具玩過一次，而是留下可重複使用的流程。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8B017D-EE78-4484-B56D-F88175CD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1827"/>
                </a:solidFill>
              </a:defRPr>
            </a:pPr>
            <a:r>
              <a:rPr sz="1950" b="1">
                <a:solidFill>
                  <a:srgbClr val="101827"/>
                </a:solidFill>
              </a:rPr>
              <a:t>下一步：把成果放進你的 AI 備課工具箱。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43C0A7-0998-4CF7-9DC5-6001C704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0500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F37E49-2700-461B-8F67-54B58084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19375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GO</a:t>
            </a:r>
          </a:p>
        </p:txBody>
      </p:sp>
    </p:spTree>
    <p:extLst>
      <p:ext uri="{BB962C8B-B14F-4D97-AF65-F5344CB8AC3E}">
        <p14:creationId xmlns:p14="http://schemas.microsoft.com/office/powerpoint/2010/main" val="4176520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2026-08-18T08:12:17.9910000Z</dcterms:created>
  <dcterms:modified xsi:type="dcterms:W3CDTF">2026-08-18T08:12:17.9910000Z</dcterms:modified>
</coreProperties>
</file>