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1a69d8b9e4585" /><Relationship Type="http://schemas.openxmlformats.org/officeDocument/2006/relationships/extended-properties" Target="/docProps/app.xml" Id="Rd21098015b1d47a6" /><Relationship Type="http://schemas.openxmlformats.org/officeDocument/2006/relationships/officeDocument" Target="/ppt/presentation.xml" Id="R18ba25fe0c3548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b91cb8af834f73"/>
  </p:sldMasterIdLst>
  <p:notesMasterIdLst>
    <p:notesMasterId xmlns:r="http://schemas.openxmlformats.org/officeDocument/2006/relationships" r:id="R7b2d21e03aac4e2f"/>
  </p:notesMasterIdLst>
  <p:sldIdLst>
    <p:sldId xmlns:r="http://schemas.openxmlformats.org/officeDocument/2006/relationships" id="256" r:id="R715ce35df16f4106"/>
    <p:sldId xmlns:r="http://schemas.openxmlformats.org/officeDocument/2006/relationships" id="257" r:id="R22815301fc284b17"/>
    <p:sldId xmlns:r="http://schemas.openxmlformats.org/officeDocument/2006/relationships" id="258" r:id="R2900a546e1e242c0"/>
    <p:sldId xmlns:r="http://schemas.openxmlformats.org/officeDocument/2006/relationships" id="259" r:id="R1594e01c16e94f79"/>
    <p:sldId xmlns:r="http://schemas.openxmlformats.org/officeDocument/2006/relationships" id="260" r:id="Re5d6cf63206b4638"/>
    <p:sldId xmlns:r="http://schemas.openxmlformats.org/officeDocument/2006/relationships" id="261" r:id="Rbac1077b54034198"/>
    <p:sldId xmlns:r="http://schemas.openxmlformats.org/officeDocument/2006/relationships" id="262" r:id="Rad739f607f1e4e8d"/>
    <p:sldId xmlns:r="http://schemas.openxmlformats.org/officeDocument/2006/relationships" id="263" r:id="Rd995863a5df54b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18c4fd48b64844" /><Relationship Type="http://schemas.openxmlformats.org/officeDocument/2006/relationships/slideMaster" Target="/ppt/slideMasters/slideMaster1.xml" Id="R69b91cb8af834f73" /><Relationship Type="http://schemas.openxmlformats.org/officeDocument/2006/relationships/notesMaster" Target="/ppt/notesMasters/notesMaster1.xml" Id="R7b2d21e03aac4e2f" /><Relationship Type="http://schemas.openxmlformats.org/officeDocument/2006/relationships/presProps" Target="/ppt/presProps.xml" Id="Ra4cadcd91adf4e8e" /><Relationship Type="http://schemas.openxmlformats.org/officeDocument/2006/relationships/tableStyles" Target="/ppt/tableStyles.xml" Id="R488092d5835f4ee7" /><Relationship Type="http://schemas.openxmlformats.org/officeDocument/2006/relationships/slide" Target="/ppt/slides/slide1.xml" Id="R715ce35df16f4106" /><Relationship Type="http://schemas.openxmlformats.org/officeDocument/2006/relationships/slide" Target="/ppt/slides/slide2.xml" Id="R22815301fc284b17" /><Relationship Type="http://schemas.openxmlformats.org/officeDocument/2006/relationships/slide" Target="/ppt/slides/slide3.xml" Id="R2900a546e1e242c0" /><Relationship Type="http://schemas.openxmlformats.org/officeDocument/2006/relationships/slide" Target="/ppt/slides/slide4.xml" Id="R1594e01c16e94f79" /><Relationship Type="http://schemas.openxmlformats.org/officeDocument/2006/relationships/slide" Target="/ppt/slides/slide5.xml" Id="Re5d6cf63206b4638" /><Relationship Type="http://schemas.openxmlformats.org/officeDocument/2006/relationships/slide" Target="/ppt/slides/slide6.xml" Id="Rbac1077b54034198" /><Relationship Type="http://schemas.openxmlformats.org/officeDocument/2006/relationships/slide" Target="/ppt/slides/slide7.xml" Id="Rad739f607f1e4e8d" /><Relationship Type="http://schemas.openxmlformats.org/officeDocument/2006/relationships/slide" Target="/ppt/slides/slide8.xml" Id="Rd995863a5df5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9d006c14846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055d8f164442f" /><Relationship Type="http://schemas.openxmlformats.org/officeDocument/2006/relationships/notesMaster" Target="/ppt/notesMasters/notesMaster1.xml" Id="Rbfbfec2e91c94a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d08457677e451f" /><Relationship Type="http://schemas.openxmlformats.org/officeDocument/2006/relationships/notesMaster" Target="/ppt/notesMasters/notesMaster1.xml" Id="R8808525e86c341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5fa0f3f0c342c8" /><Relationship Type="http://schemas.openxmlformats.org/officeDocument/2006/relationships/notesMaster" Target="/ppt/notesMasters/notesMaster1.xml" Id="Rfbffc836055b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e9837dc7f4db8" /><Relationship Type="http://schemas.openxmlformats.org/officeDocument/2006/relationships/notesMaster" Target="/ppt/notesMasters/notesMaster1.xml" Id="R588996719c764d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51f1888c254e4c" /><Relationship Type="http://schemas.openxmlformats.org/officeDocument/2006/relationships/notesMaster" Target="/ppt/notesMasters/notesMaster1.xml" Id="R8950438079734b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ee232f8fd8422e" /><Relationship Type="http://schemas.openxmlformats.org/officeDocument/2006/relationships/notesMaster" Target="/ppt/notesMasters/notesMaster1.xml" Id="Rd2d04ff5ba474b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445d9d790a4cf9" /><Relationship Type="http://schemas.openxmlformats.org/officeDocument/2006/relationships/notesMaster" Target="/ppt/notesMasters/notesMaster1.xml" Id="Raa8602b9ba3a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bed8d164ae49c7" /><Relationship Type="http://schemas.openxmlformats.org/officeDocument/2006/relationships/notesMaster" Target="/ppt/notesMasters/notesMaster1.xml" Id="R551da2154855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44cdbf4074f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740cec29134376" /><Relationship Type="http://schemas.openxmlformats.org/officeDocument/2006/relationships/slideLayout" Target="/ppt/slideLayouts/slideLayout1.xml" Id="R68217fe57c934f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217fe57c934f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402c867d24d7c" /><Relationship Type="http://schemas.openxmlformats.org/officeDocument/2006/relationships/notesSlide" Target="/ppt/notesSlides/notesSlide1.xml" Id="Rb64a084ef67f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eb90ed1e64585" /><Relationship Type="http://schemas.openxmlformats.org/officeDocument/2006/relationships/notesSlide" Target="/ppt/notesSlides/notesSlide2.xml" Id="R90a418a1cecb45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38e6bcc3246f7" /><Relationship Type="http://schemas.openxmlformats.org/officeDocument/2006/relationships/notesSlide" Target="/ppt/notesSlides/notesSlide3.xml" Id="R29b7e6d9544944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22465c46e40e5" /><Relationship Type="http://schemas.openxmlformats.org/officeDocument/2006/relationships/notesSlide" Target="/ppt/notesSlides/notesSlide4.xml" Id="Rd37f8e71cb6143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d9dd0e8844014" /><Relationship Type="http://schemas.openxmlformats.org/officeDocument/2006/relationships/notesSlide" Target="/ppt/notesSlides/notesSlide5.xml" Id="Re7b854bb9785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3e3531b53485d" /><Relationship Type="http://schemas.openxmlformats.org/officeDocument/2006/relationships/notesSlide" Target="/ppt/notesSlides/notesSlide6.xml" Id="R58444ad278b144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25f8d117a4ff0" /><Relationship Type="http://schemas.openxmlformats.org/officeDocument/2006/relationships/notesSlide" Target="/ppt/notesSlides/notesSlide7.xml" Id="R5eed22f6a94a40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a78702d504595" /><Relationship Type="http://schemas.openxmlformats.org/officeDocument/2006/relationships/notesSlide" Target="/ppt/notesSlides/notesSlide8.xml" Id="R6d477c5f41d147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34EC3-2D7B-432E-864C-F86CEDD8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05FAD-DA93-4240-A855-51A5117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第 03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D4BD4-47F9-411E-B14C-878D54F6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Vibe 你的題庫：題庫產品設計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21C81-E5DB-478A-A9F6-6756C0AC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用自然語言把一個想法變成可開發的題庫產品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37ACC-37A5-4065-BDA3-D96FECDF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6C3A1-B773-480E-B9B7-AA15F87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3F8AD-E7E6-485C-B1C2-DE56269F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題庫需求 brief、資料欄位表、畫面草圖</a:t>
            </a:r>
          </a:p>
        </p:txBody>
      </p:sp>
    </p:spTree>
    <p:extLst>
      <p:ext uri="{BB962C8B-B14F-4D97-AF65-F5344CB8AC3E}">
        <p14:creationId xmlns:p14="http://schemas.microsoft.com/office/powerpoint/2010/main" val="1657483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CC06B-C2B7-4C36-A646-DF6B155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03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65637-6C9F-49E5-8A6A-E8A94C83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004F6-C787-4F4F-AB23-9F92078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95370-8D85-4263-A4DE-1E6D8F40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AAC4E-8F96-45D3-9C7D-FCDC9337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4A60B-3FBE-4CBC-B562-1122D8A2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拆解題庫使用情境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F7458-2463-478A-9F48-283D52F2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規劃題目與答案資料結構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B3C62-503F-4440-AA45-3FAECA2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 Gemini 產出需求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AF7A9-B173-4088-A74B-CABB6101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5D93F-D138-4A58-8DB4-A85D6F6E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4D382-3D50-42E4-A2B6-472C5D3A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題庫需求 brief、資料欄位表、畫面草圖</a:t>
            </a:r>
          </a:p>
        </p:txBody>
      </p:sp>
    </p:spTree>
    <p:extLst>
      <p:ext uri="{BB962C8B-B14F-4D97-AF65-F5344CB8AC3E}">
        <p14:creationId xmlns:p14="http://schemas.microsoft.com/office/powerpoint/2010/main" val="922917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043E3-EE81-4951-83C6-0827CDA5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03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577AA-EE54-4BD5-A0E7-C7464CDA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9993B-634D-4EE4-B1A7-4ED3F1E8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2E8A2-C306-498A-A7B8-B3AE8DB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71DCF-ABB2-4F5D-9251-432FCEDE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C3157-DBD7-4940-B22D-AF88992D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>
              <a:alpha val="9412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702DD-D314-4283-A22A-76A99A5B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17730-4651-49C7-9226-1B43ECC3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誰要使用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D5A78-F3E4-452B-B9B7-DBA523BF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ABDEA-CB29-4AD3-97FF-173789A9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6B52F-F70A-42EB-AFEF-CE15ECB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要解決什麼問題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3B62E-20CA-4984-9118-ADE24A39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>
              <a:alpha val="9412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1C2BF-133B-4482-8022-09E15EB8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B69A2-D390-49CD-8C69-71022AD3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完成後如何判斷有效</a:t>
            </a:r>
          </a:p>
        </p:txBody>
      </p:sp>
    </p:spTree>
    <p:extLst>
      <p:ext uri="{BB962C8B-B14F-4D97-AF65-F5344CB8AC3E}">
        <p14:creationId xmlns:p14="http://schemas.microsoft.com/office/powerpoint/2010/main" val="445952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3043E-B6F6-4CC2-8048-91939935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03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A6CF0-F610-45B8-A116-FDFF5087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B0AD-2D0C-4104-B074-72386EB7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5D2F4-9A9B-47C6-8CB0-54946983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59E0F-6369-4B66-8B23-76C9EB6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80C3C-5636-4699-8EDA-E1876269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2DD70-C0F4-4EAD-8E0E-B6ED220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9732E-F895-4D7E-B7A8-EB40B70F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描述使用情境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7DB6D-BCBF-45F6-AFB6-B0D2412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EF4A8-2025-4451-847D-D93D6D90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8CC2A-E84D-4A27-83BC-8A4FBD25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定義題型與欄位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F03FE-B619-4924-8763-C9419F3D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5B351-67E9-46E6-9021-B9833086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D6C09-746E-44C2-83AC-24E2A8BF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規劃畫面流程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DD600-65A5-4EFF-8F0F-88E44D3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40056-1E76-4DB6-8860-AE2572F6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49854-3052-4925-838E-7860A09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請 Gemini 寫需求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39B1A-D079-4CD4-B0DD-060015F8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B4A6A-B003-4CE1-BC8F-B953C79B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FBD56-DCB1-4F51-B06D-D4D25E9D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產生 MVP 任務清單</a:t>
            </a:r>
          </a:p>
        </p:txBody>
      </p:sp>
    </p:spTree>
    <p:extLst>
      <p:ext uri="{BB962C8B-B14F-4D97-AF65-F5344CB8AC3E}">
        <p14:creationId xmlns:p14="http://schemas.microsoft.com/office/powerpoint/2010/main" val="1363997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663EB-506A-4D2D-8E61-276E72B6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03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6CD03-4ED0-4523-B5F6-9DCFE4C4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7EC45-F803-405F-B350-5D2A9A49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8B448-F85B-4F1D-BBCB-4EC51A23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337B0-1A72-4EC0-A66F-AB033147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6E42B-7519-452E-B6B6-17A7E508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你是產品經理。請把我的題庫想法拆成使用者、核心問題、資料欄位、功能流程、畫面、驗收標準與第一版 MVP。遇到不確定的地方請列為待確認。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C558C-86CF-4E2E-AC9F-D720612F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800752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7A025-532E-4C3D-8700-AF0303C4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03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7B33E-3AF4-47B0-9596-F9F0979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A61AD-978D-4FCF-8595-62154123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E3A33-E97F-4DE5-9A39-97B5C331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478DD-DB87-4280-B1CD-7B93743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5BF06-440E-4341-8258-C3B75D06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1859E-5ED4-4DFD-ADEC-687EFA3A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設計一個自己的題庫：指定學習對象、題型、難度、答案、解析、標籤與成績欄位。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7D7C9-2D2A-4CB5-AE2D-5DF06D4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0B031-83DF-4BFD-A96C-67B84E0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6DAF0-7837-40C8-AFB1-EB3189EE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731C5-1426-42A6-9BDB-DF5882B1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38477-777C-4331-8600-6937817C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4A4FB-D928-43CE-AB0E-DE0BF0B0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463995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75BCC-D9DB-4A76-BD41-A2C7D118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03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9904D-9D07-4847-A411-DD5A8FA6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9F866-9731-4DAA-9BE4-1FDD1BF6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F7C5E-66B0-4331-ADAE-051F0274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C6E11-C70A-4740-AF84-14CF77A6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606CF-B0FD-45FB-BDAA-B52F7954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BE5A3-D71A-4E5D-A5BC-4F41A774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F96B7-07EA-44D4-8B11-F5E4724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65E7-8ADA-4909-9414-A632A5A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3E64D-A0CC-4028-B46B-342914A9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1394B-CD73-4D80-AC2E-47E96006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45E53-63B4-4936-B753-769F932D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14B29-B272-4C29-A8B8-565FE392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D78E3-4B7B-4CAD-B90A-ACAE062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24CDB-33F2-4867-A8DB-811DAE2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6906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F8305-7D56-4132-AE9A-2A128AF1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03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EAB51-E956-4FA5-8326-E1A935B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28997-BC42-4D45-B6E2-2DA94FD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A4A7F-D531-43BB-8D5E-1D5C1CAF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EB924-E108-43F6-8915-DF780A6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68116-9286-4FFB-8A54-A456797C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237D0-3757-469C-B343-975461C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A03A2-72FB-43AB-840C-BA0002ED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630496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2026-08-18T08:12:14.0640000Z</dcterms:created>
  <dcterms:modified xsi:type="dcterms:W3CDTF">2026-08-18T08:12:14.0640000Z</dcterms:modified>
</coreProperties>
</file>