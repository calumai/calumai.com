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a6be9ae1fe4901" /><Relationship Type="http://schemas.openxmlformats.org/officeDocument/2006/relationships/extended-properties" Target="/docProps/app.xml" Id="R135db01e9f134e6e" /><Relationship Type="http://schemas.openxmlformats.org/officeDocument/2006/relationships/officeDocument" Target="/ppt/presentation.xml" Id="R09907810cb6945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fceee2ca6b4090"/>
  </p:sldMasterIdLst>
  <p:notesMasterIdLst>
    <p:notesMasterId xmlns:r="http://schemas.openxmlformats.org/officeDocument/2006/relationships" r:id="Re7f3f1363fe34b32"/>
  </p:notesMasterIdLst>
  <p:sldIdLst>
    <p:sldId xmlns:r="http://schemas.openxmlformats.org/officeDocument/2006/relationships" id="256" r:id="R3b2a4b3823bb4af5"/>
    <p:sldId xmlns:r="http://schemas.openxmlformats.org/officeDocument/2006/relationships" id="257" r:id="R6d6b2120de6f48af"/>
    <p:sldId xmlns:r="http://schemas.openxmlformats.org/officeDocument/2006/relationships" id="258" r:id="R56a7157682ee4fe9"/>
    <p:sldId xmlns:r="http://schemas.openxmlformats.org/officeDocument/2006/relationships" id="259" r:id="R0ef2d9fedd0c483e"/>
    <p:sldId xmlns:r="http://schemas.openxmlformats.org/officeDocument/2006/relationships" id="260" r:id="R45325a5a02de4bc4"/>
    <p:sldId xmlns:r="http://schemas.openxmlformats.org/officeDocument/2006/relationships" id="261" r:id="R78194f43519945aa"/>
    <p:sldId xmlns:r="http://schemas.openxmlformats.org/officeDocument/2006/relationships" id="262" r:id="R38bb22b00b46472f"/>
    <p:sldId xmlns:r="http://schemas.openxmlformats.org/officeDocument/2006/relationships" id="263" r:id="R060c1f3b85204d72"/>
    <p:sldId xmlns:r="http://schemas.openxmlformats.org/officeDocument/2006/relationships" id="264" r:id="R58f26057c8464d5b"/>
    <p:sldId xmlns:r="http://schemas.openxmlformats.org/officeDocument/2006/relationships" id="265" r:id="R84b9c0082fe149f6"/>
    <p:sldId xmlns:r="http://schemas.openxmlformats.org/officeDocument/2006/relationships" id="266" r:id="R452ebc70b1bc43c4"/>
    <p:sldId xmlns:r="http://schemas.openxmlformats.org/officeDocument/2006/relationships" id="267" r:id="Rbc4ed89dc1e345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e778fdca644433" /><Relationship Type="http://schemas.openxmlformats.org/officeDocument/2006/relationships/slideMaster" Target="/ppt/slideMasters/slideMaster1.xml" Id="R4ffceee2ca6b4090" /><Relationship Type="http://schemas.openxmlformats.org/officeDocument/2006/relationships/notesMaster" Target="/ppt/notesMasters/notesMaster1.xml" Id="Re7f3f1363fe34b32" /><Relationship Type="http://schemas.openxmlformats.org/officeDocument/2006/relationships/presProps" Target="/ppt/presProps.xml" Id="R96b97527ea664c8d" /><Relationship Type="http://schemas.openxmlformats.org/officeDocument/2006/relationships/tableStyles" Target="/ppt/tableStyles.xml" Id="Rff0c4ea5d6184951" /><Relationship Type="http://schemas.openxmlformats.org/officeDocument/2006/relationships/slide" Target="/ppt/slides/slide1.xml" Id="R3b2a4b3823bb4af5" /><Relationship Type="http://schemas.openxmlformats.org/officeDocument/2006/relationships/slide" Target="/ppt/slides/slide2.xml" Id="R6d6b2120de6f48af" /><Relationship Type="http://schemas.openxmlformats.org/officeDocument/2006/relationships/slide" Target="/ppt/slides/slide3.xml" Id="R56a7157682ee4fe9" /><Relationship Type="http://schemas.openxmlformats.org/officeDocument/2006/relationships/slide" Target="/ppt/slides/slide4.xml" Id="R0ef2d9fedd0c483e" /><Relationship Type="http://schemas.openxmlformats.org/officeDocument/2006/relationships/slide" Target="/ppt/slides/slide5.xml" Id="R45325a5a02de4bc4" /><Relationship Type="http://schemas.openxmlformats.org/officeDocument/2006/relationships/slide" Target="/ppt/slides/slide6.xml" Id="R78194f43519945aa" /><Relationship Type="http://schemas.openxmlformats.org/officeDocument/2006/relationships/slide" Target="/ppt/slides/slide7.xml" Id="R38bb22b00b46472f" /><Relationship Type="http://schemas.openxmlformats.org/officeDocument/2006/relationships/slide" Target="/ppt/slides/slide8.xml" Id="R060c1f3b85204d72" /><Relationship Type="http://schemas.openxmlformats.org/officeDocument/2006/relationships/slide" Target="/ppt/slides/slide9.xml" Id="R58f26057c8464d5b" /><Relationship Type="http://schemas.openxmlformats.org/officeDocument/2006/relationships/slide" Target="/ppt/slides/slide10.xml" Id="R84b9c0082fe149f6" /><Relationship Type="http://schemas.openxmlformats.org/officeDocument/2006/relationships/slide" Target="/ppt/slides/slide11.xml" Id="R452ebc70b1bc43c4" /><Relationship Type="http://schemas.openxmlformats.org/officeDocument/2006/relationships/slide" Target="/ppt/slides/slide12.xml" Id="Rbc4ed89dc1e345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66b377840640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23bf7113cb4bc3" /><Relationship Type="http://schemas.openxmlformats.org/officeDocument/2006/relationships/notesMaster" Target="/ppt/notesMasters/notesMaster1.xml" Id="R2a76c11f1f6b47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068c887e2e4e5b" /><Relationship Type="http://schemas.openxmlformats.org/officeDocument/2006/relationships/notesMaster" Target="/ppt/notesMasters/notesMaster1.xml" Id="R964435693a0548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b613240b264b8c" /><Relationship Type="http://schemas.openxmlformats.org/officeDocument/2006/relationships/notesMaster" Target="/ppt/notesMasters/notesMaster1.xml" Id="Rb705073ad7fb41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38e706ca164dcd" /><Relationship Type="http://schemas.openxmlformats.org/officeDocument/2006/relationships/notesMaster" Target="/ppt/notesMasters/notesMaster1.xml" Id="R4e765dea7dde4f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d0cabb12c74faf" /><Relationship Type="http://schemas.openxmlformats.org/officeDocument/2006/relationships/notesMaster" Target="/ppt/notesMasters/notesMaster1.xml" Id="R0903eb7055ee4b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52a50dfe5d4d3a" /><Relationship Type="http://schemas.openxmlformats.org/officeDocument/2006/relationships/notesMaster" Target="/ppt/notesMasters/notesMaster1.xml" Id="R63945b2ccb6d4e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2abd9416294d22" /><Relationship Type="http://schemas.openxmlformats.org/officeDocument/2006/relationships/notesMaster" Target="/ppt/notesMasters/notesMaster1.xml" Id="Redc413e3d86e4b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e866298ea04410" /><Relationship Type="http://schemas.openxmlformats.org/officeDocument/2006/relationships/notesMaster" Target="/ppt/notesMasters/notesMaster1.xml" Id="R3d2dc0238c694a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ddac0b56314fe3" /><Relationship Type="http://schemas.openxmlformats.org/officeDocument/2006/relationships/notesMaster" Target="/ppt/notesMasters/notesMaster1.xml" Id="Re2e3395b393f49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0c2dcd8e584a17" /><Relationship Type="http://schemas.openxmlformats.org/officeDocument/2006/relationships/notesMaster" Target="/ppt/notesMasters/notesMaster1.xml" Id="R35de46bdf0d642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ef7a094a3040af" /><Relationship Type="http://schemas.openxmlformats.org/officeDocument/2006/relationships/notesMaster" Target="/ppt/notesMasters/notesMaster1.xml" Id="R736b34e7da99408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732dfdf88e442a3" /><Relationship Type="http://schemas.openxmlformats.org/officeDocument/2006/relationships/notesMaster" Target="/ppt/notesMasters/notesMaster1.xml" Id="R577cf0254de74f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開場：上一堂像遊戲機，今天要裝成績收集箱。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提醒學員可以使用教師標準版，不必先修完上一堂。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提問：哪一段學生看得到？哪一段負責碰試算表？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若自用版串接持續卡住，立刻切回教師版完成共同路線。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先人工填一列，讓學員理解每列代表一次作答。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指出 doGet、saveQuizResult 與 appendRow，不逐行講完整程式。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強調非同步：傳送中、成功、失敗都需要回饋。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正式網址一定要由另一個帳號或裝置測試。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救援卡以收到一列為通關；完成者再做資料支線。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依症狀分流：空白、權限、資料、版本、重複提交。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請每人從資料中選一個下一堂真正會用的問題。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收尾：真正成果是一條可搬到問卷、回饋與闖關的資料路線。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https://developers.google.com/apps-script/guides/web</a:t>
            </a:r>
          </a:p>
          <a:p xmlns:a="http://schemas.openxmlformats.org/drawingml/2006/main">
            <a:r>
              <a:t>- https://developers.google.com/apps-script/guides/html/communication</a:t>
            </a:r>
          </a:p>
          <a:p xmlns:a="http://schemas.openxmlformats.org/drawingml/2006/main">
            <a:r>
              <a:t>- https://developers.google.com/apps-script/reference/spreadsheet/sheet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8da22eff7e49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42309c8d494917" /><Relationship Type="http://schemas.openxmlformats.org/officeDocument/2006/relationships/slideLayout" Target="/ppt/slideLayouts/slideLayout1.xml" Id="Rce39056ac2b943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39056ac2b943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e28221f9b4404" /><Relationship Type="http://schemas.openxmlformats.org/officeDocument/2006/relationships/notesSlide" Target="/ppt/notesSlides/notesSlide1.xml" Id="Rdfbe8b8f22a84b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e968b8a8d460a" /><Relationship Type="http://schemas.openxmlformats.org/officeDocument/2006/relationships/notesSlide" Target="/ppt/notesSlides/notesSlide2.xml" Id="Rf81eb1023e674d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c057275d94e29" /><Relationship Type="http://schemas.openxmlformats.org/officeDocument/2006/relationships/notesSlide" Target="/ppt/notesSlides/notesSlide3.xml" Id="R0ec1909e60314c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2b6b75c584704" /><Relationship Type="http://schemas.openxmlformats.org/officeDocument/2006/relationships/notesSlide" Target="/ppt/notesSlides/notesSlide4.xml" Id="Rd5eeddffb0294c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00b4bf39e4120" /><Relationship Type="http://schemas.openxmlformats.org/officeDocument/2006/relationships/notesSlide" Target="/ppt/notesSlides/notesSlide5.xml" Id="Rc53edff6a6b64c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0612a365145e7" /><Relationship Type="http://schemas.openxmlformats.org/officeDocument/2006/relationships/notesSlide" Target="/ppt/notesSlides/notesSlide6.xml" Id="R1da2b47e5bc242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329c1a802478b" /><Relationship Type="http://schemas.openxmlformats.org/officeDocument/2006/relationships/notesSlide" Target="/ppt/notesSlides/notesSlide7.xml" Id="R94fd3245a38343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f9b1bd08540c9" /><Relationship Type="http://schemas.openxmlformats.org/officeDocument/2006/relationships/notesSlide" Target="/ppt/notesSlides/notesSlide8.xml" Id="R91e91320187546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5ac5b452b4168" /><Relationship Type="http://schemas.openxmlformats.org/officeDocument/2006/relationships/notesSlide" Target="/ppt/notesSlides/notesSlide9.xml" Id="Ra143664337424b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6ac71eea1d4a9c" /><Relationship Type="http://schemas.openxmlformats.org/officeDocument/2006/relationships/notesSlide" Target="/ppt/notesSlides/notesSlide10.xml" Id="R2102d0d39a67407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5aa20bd534204" /><Relationship Type="http://schemas.openxmlformats.org/officeDocument/2006/relationships/notesSlide" Target="/ppt/notesSlides/notesSlide11.xml" Id="R16b0107b9bd14c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5031f199bd410f" /><Relationship Type="http://schemas.openxmlformats.org/officeDocument/2006/relationships/notesSlide" Target="/ppt/notesSlides/notesSlide12.xml" Id="R3d21dac432ba47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C34EC3-2D7B-432E-864C-F86CEDD8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A05FAD-DA93-4240-A855-51A51174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第 03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D4BD4-47F9-411E-B14C-878D54F6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Gemini＋GAS 測驗成績系統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21C81-E5DB-478A-A9F6-6756C0AC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再讓測驗「會收」：從作答結果到 Google 試算表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37ACC-37A5-4065-BDA3-D96FECDF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6C3A1-B773-480E-B9B7-AA15F876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3F8AD-E7E6-485C-B1C2-DE56269F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Web App 網址、測驗紀錄、真人測試</a:t>
            </a:r>
          </a:p>
        </p:txBody>
      </p:sp>
    </p:spTree>
    <p:extLst>
      <p:ext uri="{BB962C8B-B14F-4D97-AF65-F5344CB8AC3E}">
        <p14:creationId xmlns:p14="http://schemas.microsoft.com/office/powerpoint/2010/main" val="16574834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ACC06B-C2B7-4C36-A646-DF6B1557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65637-6C9F-49E5-8A6A-E8A94C83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004F6-C787-4F4F-AB23-9F920784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95370-8D85-4263-A4DE-1E6D8F40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AAC4E-8F96-45D3-9C7D-FCDC9337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4A60B-3FBE-4CBC-B562-1122D8A2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從教師版或自己的測驗重新起跑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F7458-2463-478A-9F48-283D52F2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用 google.script.run 傳送一筆成績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B3C62-503F-4440-AA45-3FAECA2F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部署正式網址並完成跨裝置測試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AF7A9-B173-4088-A74B-CABB6101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05D93F-D138-4A58-8DB4-A85D6F6E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74D382-3D50-42E4-A2B6-472C5D3AA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Web App 網址
兩筆測試資料
權限說明</a:t>
            </a:r>
          </a:p>
        </p:txBody>
      </p:sp>
    </p:spTree>
    <p:extLst>
      <p:ext uri="{BB962C8B-B14F-4D97-AF65-F5344CB8AC3E}">
        <p14:creationId xmlns:p14="http://schemas.microsoft.com/office/powerpoint/2010/main" val="9229171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C043E3-EE81-4951-83C6-0827CDA5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577AA-EE54-4BD5-A0E7-C7464CDA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資料怎麼走？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C9993B-634D-4EE4-B1A7-4ED3F1E8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2E8A2-C306-498A-A7B8-B3AE8DB3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71DCF-ABB2-4F5D-9251-432FCEDE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學生按下送出後，資料依序經過：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C3157-DBD7-4940-B22D-AF88992D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702DD-D314-4283-A22A-76A99A5B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17730-4651-49C7-9226-1B43ECC3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Index.html｜整理姓名、分數與答案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D5A78-F3E4-452B-B9B7-DBA523BF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ABDEA-CB29-4AD3-97FF-173789A9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6B52F-F70A-42EB-AFEF-CE15ECB6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google.script.run｜傳送並等待回應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B62E-20CA-4984-9118-ADE24A39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1C2BF-133B-4482-8022-09E15EB8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B69A2-D390-49CD-8C69-71022AD3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Code.gs｜驗證後 appendRow 到 Sheets</a:t>
            </a:r>
          </a:p>
        </p:txBody>
      </p:sp>
    </p:spTree>
    <p:extLst>
      <p:ext uri="{BB962C8B-B14F-4D97-AF65-F5344CB8AC3E}">
        <p14:creationId xmlns:p14="http://schemas.microsoft.com/office/powerpoint/2010/main" val="4459524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3043E-B6F6-4CC2-8048-91939935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FA6CF0-F610-45B8-A116-FDFF5087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全班重新起跑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7B0AD-2D0C-4104-B074-72386EB7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65D2F4-9A9B-47C6-8CB0-54946983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59E0F-6369-4B66-8B23-76C9EB6C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上一堂做到哪裡都沒關係，今天共用一條資料路線：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780C3C-5636-4699-8EDA-E1876269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2DD70-C0F4-4EAD-8E0E-B6ED220F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9732E-F895-4D7E-B7A8-EB40B70F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選教師版／自用版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C7DB6D-BCBF-45F6-AFB6-B0D24125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EF4A8-2025-4451-847D-D93D6D90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8CC2A-E84D-4A27-83BC-8A4FBD25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建立測驗紀錄表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F03FE-B619-4924-8763-C9419F3D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E5B351-67E9-46E6-9021-B9833086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AD6C09-746E-44C2-83AC-24E2A8BF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貼 Code.gs／Index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DD600-65A5-4EFF-8F0F-88E44D37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340056-1E76-4DB6-8860-AE2572F6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49854-3052-4925-838E-7860A09C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授權與部署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639B1A-D079-4CD4-B0DD-060015F8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B4A6A-B003-4CE1-BC8F-B953C79B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FBD56-DCB1-4F51-B06D-D4D25E9D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同學跨裝置測試</a:t>
            </a:r>
          </a:p>
        </p:txBody>
      </p:sp>
    </p:spTree>
    <p:extLst>
      <p:ext uri="{BB962C8B-B14F-4D97-AF65-F5344CB8AC3E}">
        <p14:creationId xmlns:p14="http://schemas.microsoft.com/office/powerpoint/2010/main" val="13639979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C043E3-EE81-4951-83C6-0827CDA5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577AA-EE54-4BD5-A0E7-C7464CDA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試算表欄位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C9993B-634D-4EE4-B1A7-4ED3F1E8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2E8A2-C306-498A-A7B8-B3AE8DB3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71DCF-ABB2-4F5D-9251-432FCEDE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一列代表一位學生的一次作答：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C3157-DBD7-4940-B22D-AF88992D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702DD-D314-4283-A22A-76A99A5B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17730-4651-49C7-9226-1B43ECC3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身分｜姓名、班級、座號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D5A78-F3E4-452B-B9B7-DBA523BF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ABDEA-CB29-4AD3-97FF-173789A9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6B52F-F70A-42EB-AFEF-CE15ECB6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成績｜測驗、答對、總題、百分比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B62E-20CA-4984-9118-ADE24A39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1C2BF-133B-4482-8022-09E15EB8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B69A2-D390-49CD-8C69-71022AD3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紀錄｜提交時間、作答內容</a:t>
            </a:r>
          </a:p>
        </p:txBody>
      </p:sp>
    </p:spTree>
    <p:extLst>
      <p:ext uri="{BB962C8B-B14F-4D97-AF65-F5344CB8AC3E}">
        <p14:creationId xmlns:p14="http://schemas.microsoft.com/office/powerpoint/2010/main" val="4459524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663EB-506A-4D2D-8E61-276E72B6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6CD03-4ED0-4523-B5F6-9DCFE4C4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Code.gs 負責什麼？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7EC45-F803-405F-B350-5D2A9A49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8B448-F85B-4F1D-BBCB-4EC51A23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337B0-1A72-4EC0-A66F-AB033147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6E42B-7519-452E-B6B6-17A7E508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doGet() → 顯示 Index.html
saveQuizResult(payload) → 驗證欄位
找到／建立「測驗紀錄」
appendRow → 新增一列
成功回傳 success:true；錯誤回傳可理解訊息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AC558C-86CF-4E2E-AC9F-D720612F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後端負責碰試算表；不要把金鑰或敏感資料送到前端。</a:t>
            </a:r>
          </a:p>
        </p:txBody>
      </p:sp>
    </p:spTree>
    <p:extLst>
      <p:ext uri="{BB962C8B-B14F-4D97-AF65-F5344CB8AC3E}">
        <p14:creationId xmlns:p14="http://schemas.microsoft.com/office/powerpoint/2010/main" val="8007520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663EB-506A-4D2D-8E61-276E72B6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6CD03-4ED0-4523-B5F6-9DCFE4C4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Index.html 如何送出？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7EC45-F803-405F-B350-5D2A9A49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8B448-F85B-4F1D-BBCB-4EC51A23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337B0-1A72-4EC0-A66F-AB033147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6E42B-7519-452E-B6B6-17A7E508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完成測驗 → 建立 payload
→ google.script.run
→ withSuccessHandler 顯示已送出
→ withFailureHandler 顯示錯誤並可重試
傳送期間停用按鈕，避免重複資料。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AC558C-86CF-4E2E-AC9F-D720612F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google.script.run 是非同步呼叫；成功與失敗都要有畫面回饋。</a:t>
            </a:r>
          </a:p>
        </p:txBody>
      </p:sp>
    </p:spTree>
    <p:extLst>
      <p:ext uri="{BB962C8B-B14F-4D97-AF65-F5344CB8AC3E}">
        <p14:creationId xmlns:p14="http://schemas.microsoft.com/office/powerpoint/2010/main" val="8007520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3043E-B6F6-4CC2-8048-91939935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FA6CF0-F610-45B8-A116-FDFF5087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部署成學生網址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7B0AD-2D0C-4104-B074-72386EB7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65D2F4-9A9B-47C6-8CB0-54946983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59E0F-6369-4B66-8B23-76C9EB6C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不要只在自己的編輯器裡成功：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780C3C-5636-4699-8EDA-E1876269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2DD70-C0F4-4EAD-8E0E-B6ED220F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9732E-F895-4D7E-B7A8-EB40B70F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儲存程式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C7DB6D-BCBF-45F6-AFB6-B0D24125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EF4A8-2025-4451-847D-D93D6D90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8CC2A-E84D-4A27-83BC-8A4FBD25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完成授權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F03FE-B619-4924-8763-C9419F3D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E5B351-67E9-46E6-9021-B9833086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AD6C09-746E-44C2-83AC-24E2A8BF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新增部署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DD600-65A5-4EFF-8F0F-88E44D37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340056-1E76-4DB6-8860-AE2572F6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49854-3052-4925-838E-7860A09C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設定 Web App 權限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639B1A-D079-4CD4-B0DD-060015F8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B4A6A-B003-4CE1-BC8F-B953C79B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FBD56-DCB1-4F51-B06D-D4D25E9D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另一帳號測試</a:t>
            </a:r>
          </a:p>
        </p:txBody>
      </p:sp>
    </p:spTree>
    <p:extLst>
      <p:ext uri="{BB962C8B-B14F-4D97-AF65-F5344CB8AC3E}">
        <p14:creationId xmlns:p14="http://schemas.microsoft.com/office/powerpoint/2010/main" val="13639979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C043E3-EE81-4951-83C6-0827CDA5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577AA-EE54-4BD5-A0E7-C7464CDA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今天走哪一條？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C9993B-634D-4EE4-B1A7-4ED3F1E8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2E8A2-C306-498A-A7B8-B3AE8DB3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71DCF-ABB2-4F5D-9251-432FCEDE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同一個成品，依目前狀態選任務深度：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C3157-DBD7-4940-B22D-AF88992D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702DD-D314-4283-A22A-76A99A5B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17730-4651-49C7-9226-1B43ECC3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救援卡｜試算表收到一列就通關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D5A78-F3E4-452B-B9B7-DBA523BF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ABDEA-CB29-4AD3-97FF-173789A9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6B52F-F70A-42EB-AFEF-CE15ECB6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共同主線｜驗證、狀態與防重複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B62E-20CA-4984-9118-ADE24A39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1C2BF-133B-4482-8022-09E15EB8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B69A2-D390-49CD-8C69-71022AD3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支線任務｜答對率、平均或教師頁</a:t>
            </a:r>
          </a:p>
        </p:txBody>
      </p:sp>
    </p:spTree>
    <p:extLst>
      <p:ext uri="{BB962C8B-B14F-4D97-AF65-F5344CB8AC3E}">
        <p14:creationId xmlns:p14="http://schemas.microsoft.com/office/powerpoint/2010/main" val="4459524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3043E-B6F6-4CC2-8048-91939935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FA6CF0-F610-45B8-A116-FDFF5087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GAS 急診室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7B0AD-2D0C-4104-B074-72386EB7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65D2F4-9A9B-47C6-8CB0-54946983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59E0F-6369-4B66-8B23-76C9EB6C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先依症狀檢查，不要立刻重寫整個專案：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780C3C-5636-4699-8EDA-E1876269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2DD70-C0F4-4EAD-8E0E-B6ED220F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症狀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9732E-F895-4D7E-B7A8-EB40B70F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開啟空白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C7DB6D-BCBF-45F6-AFB6-B0D24125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EF4A8-2025-4451-847D-D93D6D90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症狀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8CC2A-E84D-4A27-83BC-8A4FBD25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送出沒資料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F03FE-B619-4924-8763-C9419F3D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E5B351-67E9-46E6-9021-B9833086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症狀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AD6C09-746E-44C2-83AC-24E2A8BF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學生不能開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DD600-65A5-4EFF-8F0F-88E44D37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340056-1E76-4DB6-8860-AE2572F6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症狀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49854-3052-4925-838E-7860A09C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仍是舊版本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639B1A-D079-4CD4-B0DD-060015F8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B4A6A-B003-4CE1-BC8F-B953C79B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症狀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FBD56-DCB1-4F51-B06D-D4D25E9D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重複兩筆</a:t>
            </a:r>
          </a:p>
        </p:txBody>
      </p:sp>
    </p:spTree>
    <p:extLst>
      <p:ext uri="{BB962C8B-B14F-4D97-AF65-F5344CB8AC3E}">
        <p14:creationId xmlns:p14="http://schemas.microsoft.com/office/powerpoint/2010/main" val="13639979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75BCC-D9DB-4A76-BD41-A2C7D118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D9904D-9D07-4847-A411-DD5A8FA6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資料要回答教學問題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9F866-9731-4DAA-9BE4-1FDD1BF6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3F7C5E-66B0-4331-ADAE-051F0274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C6E11-C70A-4740-AF84-14CF77A6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不要只收分數；先讓資料幫你決定下一堂課。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606CF-B0FD-45FB-BDAA-B52F7954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01｜哪些學生還沒完成？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BE5A3-D71A-4E5D-A5BC-4F41A774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F96B7-07EA-44D4-8B11-F5E47248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02｜平均與完成率是多少？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565E7-8ADA-4909-9414-A632A5A2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3E64D-A0CC-4028-B46B-342914A9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03｜哪幾題最多人答錯？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1394B-CD73-4D80-AC2E-47E96006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A45E53-63B4-4936-B753-769F932D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04｜下一堂要重教什麼？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514B29-B272-4C29-A8B8-565FE392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BD78E3-4B7B-4CAD-B90A-ACAE0627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05｜哪些資料不該收集？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124CDB-33F2-4867-A8DB-811DAE2E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769063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F8305-7D56-4132-AE9A-2A128AF1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03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EAB51-E956-4FA5-8326-E1A935BE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28997-BC42-4D45-B6E2-2DA94FDD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A4A7F-D531-43BB-8D5E-1D5C1CAF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EB924-E108-43F6-8915-DF780A62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測驗真正有用，不是收很多分數，而是知道下一堂要教什麼。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768116-9286-4FFB-8A54-A456797C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下一步：把資料分析、題庫生成與自動化接上第 4 堂。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237D0-3757-469C-B343-975461C6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0500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6A03A2-72FB-43AB-840C-BA0002ED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6304963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2026-08-19T02:43:45.7570000Z</dcterms:created>
  <dcterms:modified xsi:type="dcterms:W3CDTF">2026-08-19T02:43:45.7570000Z</dcterms:modified>
</coreProperties>
</file>