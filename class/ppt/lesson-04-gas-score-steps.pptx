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b9322ea0f7b9b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b9322ea0f7b9b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5bb5612ae3eca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45bb5612ae3eca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45bb5612ae3eca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45bb5612ae3eca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0dd0839a2902ca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0dd0839a2902ca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50dd0839a2902ca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50dd0839a2902ca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5bb5612ae3eca1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45bb5612ae3eca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45bb5612ae3eca1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45bb5612ae3eca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5bb5612ae3eca1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5bb5612ae3eca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5bb5612ae3eca1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45bb5612ae3eca1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45bb5612ae3eca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45bb5612ae3eca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5bb5612ae3eca1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5bb5612ae3eca1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5bb5612ae3eca1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45bb5612ae3eca1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5bb5612ae3eca1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5bb5612ae3eca1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5bb5612ae3eca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45bb5612ae3eca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5bb5612ae3eca1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45bb5612ae3eca1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45bb5612ae3eca1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45bb5612ae3eca1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5bb5612ae3eca1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45bb5612ae3eca1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45bb5612ae3eca1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45bb5612ae3eca1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5bb5612ae3eca1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45bb5612ae3eca1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5bb5612ae3eca1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5bb5612ae3eca1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45bb5612ae3eca1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45bb5612ae3eca1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45bb5612ae3eca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45bb5612ae3eca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45bb5612ae3eca1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45bb5612ae3eca1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5bb5612ae3eca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45bb5612ae3eca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45bb5612ae3eca1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45bb5612ae3eca1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45bb5612ae3eca1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45bb5612ae3eca1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5bb5612ae3eca1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45bb5612ae3eca1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45bb5612ae3eca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45bb5612ae3eca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5bb5612ae3eca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45bb5612ae3eca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45bb5612ae3eca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45bb5612ae3eca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45bb5612ae3eca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45bb5612ae3eca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5bb5612ae3eca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45bb5612ae3eca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45bb5612ae3eca13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h45bb5612ae3eca13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45bb5612ae3eca1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45bb5612ae3eca1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13" y="26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步驟一：建立試算表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25" y="883463"/>
            <a:ext cx="8222325" cy="39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288" y="1077099"/>
            <a:ext cx="7387425" cy="356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50" y="872451"/>
            <a:ext cx="8201701" cy="39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00" y="934917"/>
            <a:ext cx="8201699" cy="3954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64588"/>
            <a:ext cx="8735627" cy="41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8825"/>
            <a:ext cx="8253279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8825"/>
            <a:ext cx="8231396" cy="39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8825"/>
            <a:ext cx="8494509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925" y="979150"/>
            <a:ext cx="4976153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525" y="1038825"/>
            <a:ext cx="5076950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063" y="991075"/>
            <a:ext cx="5005864" cy="39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388" y="1038825"/>
            <a:ext cx="5047232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450" y="1026875"/>
            <a:ext cx="5034446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875" y="1038825"/>
            <a:ext cx="3294249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513" y="1038825"/>
            <a:ext cx="3256968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375" y="886425"/>
            <a:ext cx="3268388" cy="39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838" y="886425"/>
            <a:ext cx="3356330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588" y="1038825"/>
            <a:ext cx="5046832" cy="39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2"/>
          <p:cNvSpPr txBox="1"/>
          <p:nvPr/>
        </p:nvSpPr>
        <p:spPr>
          <a:xfrm>
            <a:off x="1220100" y="4744100"/>
            <a:ext cx="687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【請貼上自己的 GAS 網頁應用程式 /exec 網址】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00" y="812000"/>
            <a:ext cx="7382991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85" name="Google Shape;1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313" y="886425"/>
            <a:ext cx="7431364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91" name="Google Shape;1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89" y="886425"/>
            <a:ext cx="8066422" cy="424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197" name="Google Shape;1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89" y="886425"/>
            <a:ext cx="8066422" cy="42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2818"/>
            <a:ext cx="9143999" cy="480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04" name="Google Shape;2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975" y="1071849"/>
            <a:ext cx="8282026" cy="44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12"/>
            <a:ext cx="9144001" cy="437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00" y="943350"/>
            <a:ext cx="8266590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25" y="886425"/>
            <a:ext cx="7397949" cy="39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975" y="886425"/>
            <a:ext cx="6898040" cy="3952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00" y="1038825"/>
            <a:ext cx="8323797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40" name="Google Shape;2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88" y="886425"/>
            <a:ext cx="8339821" cy="39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875" y="886425"/>
            <a:ext cx="5004249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8825"/>
            <a:ext cx="8148096" cy="39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58" name="Google Shape;2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438" y="886425"/>
            <a:ext cx="7029115" cy="39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31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步驟二：建立試算表</a:t>
            </a:r>
            <a:endParaRPr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776" y="886425"/>
            <a:ext cx="2156450" cy="36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