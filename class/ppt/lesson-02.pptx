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785a53e82e43a7" /><Relationship Type="http://schemas.openxmlformats.org/officeDocument/2006/relationships/extended-properties" Target="/docProps/app.xml" Id="R8f3ac7f25f9d4e66" /><Relationship Type="http://schemas.openxmlformats.org/officeDocument/2006/relationships/officeDocument" Target="/ppt/presentation.xml" Id="R03c4210d646544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2d623cccf1497c"/>
  </p:sldMasterIdLst>
  <p:notesMasterIdLst>
    <p:notesMasterId xmlns:r="http://schemas.openxmlformats.org/officeDocument/2006/relationships" r:id="R12106f4bdc924b09"/>
  </p:notesMasterIdLst>
  <p:sldIdLst>
    <p:sldId xmlns:r="http://schemas.openxmlformats.org/officeDocument/2006/relationships" id="256" r:id="Rd0712bc389f0441f"/>
    <p:sldId xmlns:r="http://schemas.openxmlformats.org/officeDocument/2006/relationships" id="257" r:id="Rf5e436478b67486b"/>
    <p:sldId xmlns:r="http://schemas.openxmlformats.org/officeDocument/2006/relationships" id="258" r:id="R7e8e4a6f4dff4be2"/>
    <p:sldId xmlns:r="http://schemas.openxmlformats.org/officeDocument/2006/relationships" id="259" r:id="R7108ff97f32a405f"/>
    <p:sldId xmlns:r="http://schemas.openxmlformats.org/officeDocument/2006/relationships" id="260" r:id="Rb1db07be9ee940ea"/>
    <p:sldId xmlns:r="http://schemas.openxmlformats.org/officeDocument/2006/relationships" id="261" r:id="R3300a04aae6f4f5c"/>
    <p:sldId xmlns:r="http://schemas.openxmlformats.org/officeDocument/2006/relationships" id="262" r:id="R111236f76df242a0"/>
    <p:sldId xmlns:r="http://schemas.openxmlformats.org/officeDocument/2006/relationships" id="263" r:id="R339c491e89dd4131"/>
    <p:sldId xmlns:r="http://schemas.openxmlformats.org/officeDocument/2006/relationships" id="264" r:id="R2c7f128e77c048f8"/>
    <p:sldId xmlns:r="http://schemas.openxmlformats.org/officeDocument/2006/relationships" id="265" r:id="Rdf753dad4dff4e88"/>
    <p:sldId xmlns:r="http://schemas.openxmlformats.org/officeDocument/2006/relationships" id="266" r:id="Rfc7ce5135bfc4bcf"/>
    <p:sldId xmlns:r="http://schemas.openxmlformats.org/officeDocument/2006/relationships" id="267" r:id="R5c6920ec479241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6003fa13c54a9d" /><Relationship Type="http://schemas.openxmlformats.org/officeDocument/2006/relationships/slideMaster" Target="/ppt/slideMasters/slideMaster1.xml" Id="Rbc2d623cccf1497c" /><Relationship Type="http://schemas.openxmlformats.org/officeDocument/2006/relationships/notesMaster" Target="/ppt/notesMasters/notesMaster1.xml" Id="R12106f4bdc924b09" /><Relationship Type="http://schemas.openxmlformats.org/officeDocument/2006/relationships/presProps" Target="/ppt/presProps.xml" Id="R31cbfe2459d641d5" /><Relationship Type="http://schemas.openxmlformats.org/officeDocument/2006/relationships/tableStyles" Target="/ppt/tableStyles.xml" Id="Rb167bd40caa745d6" /><Relationship Type="http://schemas.openxmlformats.org/officeDocument/2006/relationships/slide" Target="/ppt/slides/slide1.xml" Id="Rd0712bc389f0441f" /><Relationship Type="http://schemas.openxmlformats.org/officeDocument/2006/relationships/slide" Target="/ppt/slides/slide2.xml" Id="Rf5e436478b67486b" /><Relationship Type="http://schemas.openxmlformats.org/officeDocument/2006/relationships/slide" Target="/ppt/slides/slide3.xml" Id="R7e8e4a6f4dff4be2" /><Relationship Type="http://schemas.openxmlformats.org/officeDocument/2006/relationships/slide" Target="/ppt/slides/slide4.xml" Id="R7108ff97f32a405f" /><Relationship Type="http://schemas.openxmlformats.org/officeDocument/2006/relationships/slide" Target="/ppt/slides/slide5.xml" Id="Rb1db07be9ee940ea" /><Relationship Type="http://schemas.openxmlformats.org/officeDocument/2006/relationships/slide" Target="/ppt/slides/slide6.xml" Id="R3300a04aae6f4f5c" /><Relationship Type="http://schemas.openxmlformats.org/officeDocument/2006/relationships/slide" Target="/ppt/slides/slide7.xml" Id="R111236f76df242a0" /><Relationship Type="http://schemas.openxmlformats.org/officeDocument/2006/relationships/slide" Target="/ppt/slides/slide8.xml" Id="R339c491e89dd4131" /><Relationship Type="http://schemas.openxmlformats.org/officeDocument/2006/relationships/slide" Target="/ppt/slides/slide9.xml" Id="R2c7f128e77c048f8" /><Relationship Type="http://schemas.openxmlformats.org/officeDocument/2006/relationships/slide" Target="/ppt/slides/slide10.xml" Id="Rdf753dad4dff4e88" /><Relationship Type="http://schemas.openxmlformats.org/officeDocument/2006/relationships/slide" Target="/ppt/slides/slide11.xml" Id="Rfc7ce5135bfc4bcf" /><Relationship Type="http://schemas.openxmlformats.org/officeDocument/2006/relationships/slide" Target="/ppt/slides/slide12.xml" Id="R5c6920ec479241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dfad3a75ca41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ac7330ed08420b" /><Relationship Type="http://schemas.openxmlformats.org/officeDocument/2006/relationships/notesMaster" Target="/ppt/notesMasters/notesMaster1.xml" Id="R25b4fe60d79b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64d8f23aca46be" /><Relationship Type="http://schemas.openxmlformats.org/officeDocument/2006/relationships/notesMaster" Target="/ppt/notesMasters/notesMaster1.xml" Id="R64438c9ce57d4a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8e768672c24077" /><Relationship Type="http://schemas.openxmlformats.org/officeDocument/2006/relationships/notesMaster" Target="/ppt/notesMasters/notesMaster1.xml" Id="Rdee8a065edb344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90f7026f35424e" /><Relationship Type="http://schemas.openxmlformats.org/officeDocument/2006/relationships/notesMaster" Target="/ppt/notesMasters/notesMaster1.xml" Id="R190247398bab4b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344bc92a974079" /><Relationship Type="http://schemas.openxmlformats.org/officeDocument/2006/relationships/notesMaster" Target="/ppt/notesMasters/notesMaster1.xml" Id="R8f15f70356224e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ce16d8cdf7403e" /><Relationship Type="http://schemas.openxmlformats.org/officeDocument/2006/relationships/notesMaster" Target="/ppt/notesMasters/notesMaster1.xml" Id="Rc4dad7b2d26540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025737efb14511" /><Relationship Type="http://schemas.openxmlformats.org/officeDocument/2006/relationships/notesMaster" Target="/ppt/notesMasters/notesMaster1.xml" Id="R32559973513440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c7598a3ea64414" /><Relationship Type="http://schemas.openxmlformats.org/officeDocument/2006/relationships/notesMaster" Target="/ppt/notesMasters/notesMaster1.xml" Id="R93c03937d4984e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caafa0e70f42a6" /><Relationship Type="http://schemas.openxmlformats.org/officeDocument/2006/relationships/notesMaster" Target="/ppt/notesMasters/notesMaster1.xml" Id="R971bdca5382d47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f3d0962a42481c" /><Relationship Type="http://schemas.openxmlformats.org/officeDocument/2006/relationships/notesMaster" Target="/ppt/notesMasters/notesMaster1.xml" Id="R6cadbebf0dc74b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bb498681554bbc" /><Relationship Type="http://schemas.openxmlformats.org/officeDocument/2006/relationships/notesMaster" Target="/ppt/notesMasters/notesMaster1.xml" Id="Rdc8a443543fd4c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eac55cb6eb46f1" /><Relationship Type="http://schemas.openxmlformats.org/officeDocument/2006/relationships/notesMaster" Target="/ppt/notesMasters/notesMaster1.xml" Id="Rc3363a44507141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開場：先問大家最近做過哪一種網頁；今天只比能不能讓學生完整做完。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請學員用一句話說出自己的教材與預計使用者。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請聊天室回報：救援卡、共同主線或支線任務；這不是能力分組。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讓學員說出哪一步最容易讓學生關掉頁面。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現場找到 QUIZ_INFO 與 QUIZ_DATA；不要求解釋全部程式。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只展示骨架；完整提示詞留在課程頁供複製。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卡住者立即切到教師標準版，不讓技術問題拖掉整堂。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要求每人只加入一項個人化，完成後再進支線。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完成者挑一項；提醒先另存可用版本。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兩人互換，測試者至少找出一項改善，不接受只說正常。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請不同科目各舉一例，強調骨架可以搬移。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收尾：作業只交一個可開啟網址或 HTML；預告下一堂資料串接。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課程自製內容與使用者核准的差異化教學設計；無外部非平凡主張。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b59d684c049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fd657d50f4533" /><Relationship Type="http://schemas.openxmlformats.org/officeDocument/2006/relationships/slideLayout" Target="/ppt/slideLayouts/slideLayout1.xml" Id="R80de84560f6d4d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e84560f6d4d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2c4a86885456e" /><Relationship Type="http://schemas.openxmlformats.org/officeDocument/2006/relationships/notesSlide" Target="/ppt/notesSlides/notesSlide1.xml" Id="R8602bf441b6440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fd6d35d64447e" /><Relationship Type="http://schemas.openxmlformats.org/officeDocument/2006/relationships/notesSlide" Target="/ppt/notesSlides/notesSlide2.xml" Id="R201b7f690e4743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fe9107b3749cd" /><Relationship Type="http://schemas.openxmlformats.org/officeDocument/2006/relationships/notesSlide" Target="/ppt/notesSlides/notesSlide3.xml" Id="R4db650f907954f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215f271534d98" /><Relationship Type="http://schemas.openxmlformats.org/officeDocument/2006/relationships/notesSlide" Target="/ppt/notesSlides/notesSlide4.xml" Id="R7e12ea85f5ac4c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5dbac5a294d89" /><Relationship Type="http://schemas.openxmlformats.org/officeDocument/2006/relationships/notesSlide" Target="/ppt/notesSlides/notesSlide5.xml" Id="R0595d69709974a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65d62b0324d8a" /><Relationship Type="http://schemas.openxmlformats.org/officeDocument/2006/relationships/notesSlide" Target="/ppt/notesSlides/notesSlide6.xml" Id="R55292f246cea4d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dd5fdad634313" /><Relationship Type="http://schemas.openxmlformats.org/officeDocument/2006/relationships/notesSlide" Target="/ppt/notesSlides/notesSlide7.xml" Id="R9a47d6dffc8049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d5ff3d5624631" /><Relationship Type="http://schemas.openxmlformats.org/officeDocument/2006/relationships/notesSlide" Target="/ppt/notesSlides/notesSlide8.xml" Id="Rd067bf3d2d4f48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7d8590d204b4a" /><Relationship Type="http://schemas.openxmlformats.org/officeDocument/2006/relationships/notesSlide" Target="/ppt/notesSlides/notesSlide9.xml" Id="R3ee834d9163547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06af3acf34608" /><Relationship Type="http://schemas.openxmlformats.org/officeDocument/2006/relationships/notesSlide" Target="/ppt/notesSlides/notesSlide10.xml" Id="Rba2ad47ef73e40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8af8f9b1a4880" /><Relationship Type="http://schemas.openxmlformats.org/officeDocument/2006/relationships/notesSlide" Target="/ppt/notesSlides/notesSlide11.xml" Id="Re76e7c46e90e4c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30c0845914ef8" /><Relationship Type="http://schemas.openxmlformats.org/officeDocument/2006/relationships/notesSlide" Target="/ppt/notesSlides/notesSlide12.xml" Id="Rb112a0a5ee8b49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416C5-3175-41C3-8B9C-ACDDB400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43E84-0139-4824-90FF-3BE19016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3A62F"/>
                </a:solidFill>
              </a:defRPr>
            </a:pPr>
            <a:r>
              <a:rPr sz="1200" b="1">
                <a:solidFill>
                  <a:srgbClr val="E3A62F"/>
                </a:solidFill>
              </a:rPr>
              <a:t>第 02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D931D-E41D-4146-8BEE-C7B713AD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Vibe 你的學生測驗網頁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F9039-78FC-4FED-9403-42F55F46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先讓測驗「能玩」：從教材到單一 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80DF1-FA96-4A2A-A110-319CFB49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72161-217B-4817-B6E4-97D33EC3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A3221-9E8C-4E74-88C3-19E15DFC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可作答 HTML、提示詞、測試紀錄</a:t>
            </a:r>
          </a:p>
        </p:txBody>
      </p:sp>
    </p:spTree>
    <p:extLst>
      <p:ext uri="{BB962C8B-B14F-4D97-AF65-F5344CB8AC3E}">
        <p14:creationId xmlns:p14="http://schemas.microsoft.com/office/powerpoint/2010/main" val="16846587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47432-A371-444E-8C70-D9779C24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6910C-0D04-4A41-8CEA-014F443C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97B4C-F5FD-4DF7-ACDF-92F337A7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17277-D5D6-4DC8-827F-27E1EB1E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69A83-4BD1-478E-AA43-2328C06D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5BA07-1942-4C54-A684-B2C86973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把教材整理成可替換的 QUIZ_DATA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02C37-C2C7-4CA5-82EB-DF7DBF17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完成答題、回饋、計分、錯題與重玩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3A6A40-A7DB-4FD4-AC56-80DEC04A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交換作品，找到並修正一個真實問題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C87C2-429A-4649-BD83-2522AD8F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B631C3-2597-424D-933B-7BDABF8A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3A62F"/>
                </a:solidFill>
              </a:defRPr>
            </a:pPr>
            <a:r>
              <a:rPr sz="1800" b="1">
                <a:solidFill>
                  <a:srgbClr val="E3A62F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261C5-FCBD-47E7-AC4C-B6264B94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5 題可用測驗
提示詞與
Bug 紀錄</a:t>
            </a:r>
          </a:p>
        </p:txBody>
      </p:sp>
    </p:spTree>
    <p:extLst>
      <p:ext uri="{BB962C8B-B14F-4D97-AF65-F5344CB8AC3E}">
        <p14:creationId xmlns:p14="http://schemas.microsoft.com/office/powerpoint/2010/main" val="7845265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6A7C5-5CFA-4AAA-8DC9-6369CA9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68D97-B3AE-4E0D-92CD-51780C69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今天走哪一條？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2CC06-451B-473D-8EAC-C47237D1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711FC-52CA-456F-8A1E-D64F67C3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7E07C-4385-473E-8968-AEE09A22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不是能力分組，是依目前狀態選任務：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A6CF4-3B0C-4650-9B9B-C54327A6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61647-E00C-48DB-BF6B-B0714197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9BB9F-D040-46A1-90AD-3CEE3DBF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救援卡｜改一改就能交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7B51B-E6ED-4585-BB91-82AC7BE5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6D34E-AE76-4BFE-824E-CF09B39F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E2047-1BFC-46EC-9636-BD832BD2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共同主線｜完成可用版本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2BC5B-B084-4D95-838A-7CBB7933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FED6E-7794-41A8-A785-3D9889CC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C4FD4-2F5F-4F7D-8087-7C3F5D96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支線任務｜一次只加一項</a:t>
            </a:r>
          </a:p>
        </p:txBody>
      </p:sp>
    </p:spTree>
    <p:extLst>
      <p:ext uri="{BB962C8B-B14F-4D97-AF65-F5344CB8AC3E}">
        <p14:creationId xmlns:p14="http://schemas.microsoft.com/office/powerpoint/2010/main" val="1804412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23F31-E7F1-4F10-8DDA-A23AB41C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876E2-57B9-4C4A-8F2F-9062B0D7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一份測驗的學習流程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F1396-E1DB-4B87-A349-4AEE9A23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8B8D5-4266-4DC8-BA64-3212DEEA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0EF4E-F170-46A1-BCD7-FB51C44F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先守住完整體驗，再增加裝飾與功能：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BD297-E34C-4A03-ACE6-D441C7C7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F7D20-46F5-419B-8136-69893590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F64CC-7720-4313-9AA3-EC58655D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開始與身分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F3AE3-AB22-4B3D-886B-4DF286CD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6909A-2688-4D79-B3AB-BAC79C9C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5BE77-E91D-4ED4-AF45-9EE6F3A5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題目與選項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6F0B85-7DCD-4427-942E-7F08C46C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A07D5-870B-4EEB-98B1-06F17F14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78B4A-BDB7-4071-8846-58AED826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立即回饋解析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391A3-E4D0-48CC-9064-06836BA7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A6E6D-40C0-4034-95F7-DDAD3D0A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4D8AF-8E32-4DA4-A415-DCB31AB7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結果與錯題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F7919-5464-4CFE-8E5D-ADDD9C6F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538C9-E0DD-4F50-B13C-7B5EEBD2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A45E7-E94F-4188-87B7-FA93FDD0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重新挑戰</a:t>
            </a:r>
          </a:p>
        </p:txBody>
      </p:sp>
    </p:spTree>
    <p:extLst>
      <p:ext uri="{BB962C8B-B14F-4D97-AF65-F5344CB8AC3E}">
        <p14:creationId xmlns:p14="http://schemas.microsoft.com/office/powerpoint/2010/main" val="14151408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6A7C5-5CFA-4AAA-8DC9-6369CA9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68D97-B3AE-4E0D-92CD-51780C69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測驗骨架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2CC06-451B-473D-8EAC-C47237D1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711FC-52CA-456F-8A1E-D64F67C3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7E07C-4385-473E-8968-AEE09A22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一份好用測驗，先守住三個結構：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A6CF4-3B0C-4650-9B9B-C54327A6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61647-E00C-48DB-BF6B-B0714197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9BB9F-D040-46A1-90AD-3CEE3DBF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內容集中在 QUIZ_INFO／QUIZ_DATA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7B51B-E6ED-4585-BB91-82AC7BE5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6D34E-AE76-4BFE-824E-CF09B39F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E2047-1BFC-46EC-9636-BD832BD2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每題都有答案、回饋與解析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2BC5B-B084-4D95-838A-7CBB7933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FED6E-7794-41A8-A785-3D9889CC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C4FD4-2F5F-4F7D-8087-7C3F5D96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結果頁能重玩並查看錯題</a:t>
            </a:r>
          </a:p>
        </p:txBody>
      </p:sp>
    </p:spTree>
    <p:extLst>
      <p:ext uri="{BB962C8B-B14F-4D97-AF65-F5344CB8AC3E}">
        <p14:creationId xmlns:p14="http://schemas.microsoft.com/office/powerpoint/2010/main" val="18044127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677D6-D3D3-4F05-861A-83CC3323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82177-FCA2-45F2-B4FA-DFB8C726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主線提示詞骨架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1FCBA-70F9-4C0B-9B37-360948E8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E89DA-E70D-4222-9300-2BAE26D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D0499-FFEA-436E-90F4-E1CA118A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C7E4F-26CA-4C19-AD05-EF7A33E7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請製作單一 HTML 測驗：
1. 題庫集中在 QUIZ_DATA。
2. 每次顯示一題並立即回饋。
3. 結果顯示分數、錯題與重新挑戰。
4. 適合手機；不加登入與資料庫。
請輸出完整程式碼並加繁體中文註解。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B3DC-2285-49F4-9B45-B1CAE6EB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3A62F"/>
                </a:solidFill>
              </a:defRPr>
            </a:pPr>
            <a:r>
              <a:rPr sz="1500" b="1">
                <a:solidFill>
                  <a:srgbClr val="E3A62F"/>
                </a:solidFill>
              </a:rPr>
              <a:t>完整提示詞可在課程頁一鍵複製；先做能用版本，再逐項升級。</a:t>
            </a:r>
          </a:p>
        </p:txBody>
      </p:sp>
    </p:spTree>
    <p:extLst>
      <p:ext uri="{BB962C8B-B14F-4D97-AF65-F5344CB8AC3E}">
        <p14:creationId xmlns:p14="http://schemas.microsoft.com/office/powerpoint/2010/main" val="9862123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5313E-F5CA-4F2B-8E76-0361B223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85841-B901-40CB-8453-08C54CBE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救援卡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9AEAA-C212-465C-BA4C-B098A1D7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F9F5F-D07D-4DA0-98A2-2ADB90A6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51152-3456-47E7-80A3-E9F65980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只改兩個地方，也能完成今天的作品：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E9D90-BCF4-492F-B14E-3E260F1B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B4D96-120F-44EA-9C55-BCC3102B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直接使用教師標準版。
修改 QUIZ_INFO 與 5 題 QUIZ_DATA；
完整作答一次就通關。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FBC11-BD04-4841-AF58-4ABE202F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77CC6-2D35-44AF-919A-C539A9BC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3A62F"/>
                </a:solidFill>
              </a:defRPr>
            </a:pPr>
            <a:r>
              <a:rPr sz="1800" b="1">
                <a:solidFill>
                  <a:srgbClr val="E3A62F"/>
                </a:solidFill>
              </a:rPr>
              <a:t>最低通關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27AD3-5085-4B07-9588-0F885B4D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標題已替換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B6A41-3925-47EE-9AAB-406956FD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五題可作答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69C58-9107-4172-90DC-79E138F2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計分正確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696E7-3C4D-402C-99F0-625BEBB1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可以重新挑戰</a:t>
            </a:r>
          </a:p>
        </p:txBody>
      </p:sp>
    </p:spTree>
    <p:extLst>
      <p:ext uri="{BB962C8B-B14F-4D97-AF65-F5344CB8AC3E}">
        <p14:creationId xmlns:p14="http://schemas.microsoft.com/office/powerpoint/2010/main" val="13256228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5313E-F5CA-4F2B-8E76-0361B223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85841-B901-40CB-8453-08C54CBE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共同主線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9AEAA-C212-465C-BA4C-B098A1D7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F9F5F-D07D-4DA0-98A2-2ADB90A6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51152-3456-47E7-80A3-E9F65980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完成基本版，再加入一項教學個人化：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E9D90-BCF4-492F-B14E-3E260F1B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B4D96-120F-44EA-9C55-BCC3102B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完成 5 題、進度、回饋、計分、錯題與重玩。
再加入一項：主題色、分數鼓勵、難度標籤或學習建議。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FBC11-BD04-4841-AF58-4ABE202F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77CC6-2D35-44AF-919A-C539A9BC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3A62F"/>
                </a:solidFill>
              </a:defRPr>
            </a:pPr>
            <a:r>
              <a:rPr sz="1800" b="1">
                <a:solidFill>
                  <a:srgbClr val="E3A62F"/>
                </a:solidFill>
              </a:rPr>
              <a:t>主線檢查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27AD3-5085-4B07-9588-0F885B4D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流程走得完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B6A41-3925-47EE-9AAB-406956FD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內容有來源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69C58-9107-4172-90DC-79E138F2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同學測過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696E7-3C4D-402C-99F0-625BEBB1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修正有紀錄</a:t>
            </a:r>
          </a:p>
        </p:txBody>
      </p:sp>
    </p:spTree>
    <p:extLst>
      <p:ext uri="{BB962C8B-B14F-4D97-AF65-F5344CB8AC3E}">
        <p14:creationId xmlns:p14="http://schemas.microsoft.com/office/powerpoint/2010/main" val="13256228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6A7C5-5CFA-4AAA-8DC9-6369CA9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68D97-B3AE-4E0D-92CD-51780C69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支線任務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2CC06-451B-473D-8EAC-C47237D1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711FC-52CA-456F-8A1E-D64F67C3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7E07C-4385-473E-8968-AEE09A22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提早完成？一次只選一項，改完立刻測：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A6CF4-3B0C-4650-9B9B-C54327A6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61647-E00C-48DB-BF6B-B0714197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9BB9F-D040-46A1-90AD-3CEE3DBF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隨機抽題／選項、限時或 Combo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7B51B-E6ED-4585-BB91-82AC7BE5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6D34E-AE76-4BFE-824E-CF09B39F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E2047-1BFC-46EC-9636-BD832BD2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圖片題、鍵盤操作或深色模式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2BC5B-B084-4D95-838A-7CBB7933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FED6E-7794-41A8-A785-3D9889CC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C4FD4-2F5F-4F7D-8087-7C3F5D96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最高分、錯題複習或主題分類</a:t>
            </a:r>
          </a:p>
        </p:txBody>
      </p:sp>
    </p:spTree>
    <p:extLst>
      <p:ext uri="{BB962C8B-B14F-4D97-AF65-F5344CB8AC3E}">
        <p14:creationId xmlns:p14="http://schemas.microsoft.com/office/powerpoint/2010/main" val="18044127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23F31-E7F1-4F10-8DDA-A23AB41C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876E2-57B9-4C4A-8F2F-9062B0D7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Bug 狩獵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F1396-E1DB-4B87-A349-4AEE9A23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8B8D5-4266-4DC8-BA64-3212DEEA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0EF4E-F170-46A1-BCD7-FB51C44F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交換作品：找會讓學生卡住的地方，不只看漂亮。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BD297-E34C-4A03-ACE6-D441C7C7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F7D20-46F5-419B-8136-69893590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TEST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F64CC-7720-4313-9AA3-EC58655D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姓名留白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F3AE3-AB22-4B3D-886B-4DF286CD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6909A-2688-4D79-B3AB-BAC79C9C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TEST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5BE77-E91D-4ED4-AF45-9EE6F3A5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連按答案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6F0B85-7DCD-4427-942E-7F08C46C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A07D5-870B-4EEB-98B1-06F17F14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TEST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78B4A-BDB7-4071-8846-58AED826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最後一題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391A3-E4D0-48CC-9064-06836BA7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A6E6D-40C0-4034-95F7-DDAD3D0A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TEST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4D8AF-8E32-4DA4-A415-DCB31AB7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重新挑戰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F7919-5464-4CFE-8E5D-ADDD9C6F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538C9-E0DD-4F50-B13C-7B5EEBD2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TEST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A45E7-E94F-4188-87B7-FA93FDD0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手機／長題目</a:t>
            </a:r>
          </a:p>
        </p:txBody>
      </p:sp>
    </p:spTree>
    <p:extLst>
      <p:ext uri="{BB962C8B-B14F-4D97-AF65-F5344CB8AC3E}">
        <p14:creationId xmlns:p14="http://schemas.microsoft.com/office/powerpoint/2010/main" val="14151408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576ED5-E24B-47D1-B1B6-6B9E9458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0D44C-2661-4509-9500-11F3E39C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舉一反三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EFC72-E634-4A35-B4E0-FF7EE77C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6EC7A-56EE-43B4-B8AF-DE83BB75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2AA9E-87E0-4F15-863B-DD121ED2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換科目時，保留測過的骨架，只替換五個元件。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CC97E-6EE7-4581-92B4-8367DFB5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E3A62F"/>
                </a:solidFill>
              </a:defRPr>
            </a:pPr>
            <a:r>
              <a:rPr sz="1650" b="1">
                <a:solidFill>
                  <a:srgbClr val="E3A62F"/>
                </a:solidFill>
              </a:rPr>
              <a:t>01｜教材內容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ECE4A-197E-46E3-9C42-8EDF4C64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9074D-E732-4887-A64F-9DD4FF61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02｜互動方式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76105-8617-4100-8E5D-9A7BF45D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F3BEA-2E51-4C87-BFD8-0D652B8D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03｜回饋規則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DCD792-317C-4794-BA62-EC5876C1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A09A6-1A35-4B4A-9FFB-FFF16883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04｜要留下的資料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4F2CB5-E9D1-4339-B572-32634FEF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905278-9324-48F8-B269-FBF6544D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05｜老師如何使用結果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C68EF-E6B1-4D6C-9C64-FF6DDCAA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583214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6977-2A2A-4C6D-98EC-E81EF3CF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79D6D-62F6-4F97-A4BD-B75EEB31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B3A66-D988-49EC-8F77-0182592C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CC844-CE18-49E5-ABC2-4336A046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D017A-5714-4B36-97BB-1C899D01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五題能完整走完，比五十題卡在半路更有價值。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5D03E-D741-454B-9B7E-1E636C9B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E3A62F"/>
                </a:solidFill>
              </a:defRPr>
            </a:pPr>
            <a:r>
              <a:rPr sz="1950" b="1">
                <a:solidFill>
                  <a:srgbClr val="E3A62F"/>
                </a:solidFill>
              </a:rPr>
              <a:t>下一堂：把測驗結果送進 GAS 與 Google 試算表。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703E9-2515-4693-BB22-DE415114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87439-BBB5-45DC-B59D-2A8AE9EF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21138392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2026-08-19T02:43:44.6770000Z</dcterms:created>
  <dcterms:modified xsi:type="dcterms:W3CDTF">2026-08-19T02:43:44.6780000Z</dcterms:modified>
</coreProperties>
</file>