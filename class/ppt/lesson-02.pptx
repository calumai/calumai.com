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f8dc7b0f1e404c" /><Relationship Type="http://schemas.openxmlformats.org/officeDocument/2006/relationships/extended-properties" Target="/docProps/app.xml" Id="Rc7210e99d3a74b04" /><Relationship Type="http://schemas.openxmlformats.org/officeDocument/2006/relationships/officeDocument" Target="/ppt/presentation.xml" Id="R4de3229e9cad45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23a546b5954942"/>
  </p:sldMasterIdLst>
  <p:notesMasterIdLst>
    <p:notesMasterId xmlns:r="http://schemas.openxmlformats.org/officeDocument/2006/relationships" r:id="R46e810e017db4ed1"/>
  </p:notesMasterIdLst>
  <p:sldIdLst>
    <p:sldId xmlns:r="http://schemas.openxmlformats.org/officeDocument/2006/relationships" id="256" r:id="Ra6cc5915c6564d50"/>
    <p:sldId xmlns:r="http://schemas.openxmlformats.org/officeDocument/2006/relationships" id="257" r:id="R0f45883948204ff3"/>
    <p:sldId xmlns:r="http://schemas.openxmlformats.org/officeDocument/2006/relationships" id="258" r:id="R4950970a3c1c4553"/>
    <p:sldId xmlns:r="http://schemas.openxmlformats.org/officeDocument/2006/relationships" id="259" r:id="R2e0dc6be51164c9d"/>
    <p:sldId xmlns:r="http://schemas.openxmlformats.org/officeDocument/2006/relationships" id="260" r:id="R540149ff2e4842c1"/>
    <p:sldId xmlns:r="http://schemas.openxmlformats.org/officeDocument/2006/relationships" id="261" r:id="Rbf746f1f07424423"/>
    <p:sldId xmlns:r="http://schemas.openxmlformats.org/officeDocument/2006/relationships" id="262" r:id="R605f4157eee84fe3"/>
    <p:sldId xmlns:r="http://schemas.openxmlformats.org/officeDocument/2006/relationships" id="263" r:id="Rb21d32add92344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d962fbac84b32" /><Relationship Type="http://schemas.openxmlformats.org/officeDocument/2006/relationships/slideMaster" Target="/ppt/slideMasters/slideMaster1.xml" Id="R4623a546b5954942" /><Relationship Type="http://schemas.openxmlformats.org/officeDocument/2006/relationships/notesMaster" Target="/ppt/notesMasters/notesMaster1.xml" Id="R46e810e017db4ed1" /><Relationship Type="http://schemas.openxmlformats.org/officeDocument/2006/relationships/presProps" Target="/ppt/presProps.xml" Id="R71832323f71d4168" /><Relationship Type="http://schemas.openxmlformats.org/officeDocument/2006/relationships/tableStyles" Target="/ppt/tableStyles.xml" Id="R100c35f88bb44764" /><Relationship Type="http://schemas.openxmlformats.org/officeDocument/2006/relationships/slide" Target="/ppt/slides/slide1.xml" Id="Ra6cc5915c6564d50" /><Relationship Type="http://schemas.openxmlformats.org/officeDocument/2006/relationships/slide" Target="/ppt/slides/slide2.xml" Id="R0f45883948204ff3" /><Relationship Type="http://schemas.openxmlformats.org/officeDocument/2006/relationships/slide" Target="/ppt/slides/slide3.xml" Id="R4950970a3c1c4553" /><Relationship Type="http://schemas.openxmlformats.org/officeDocument/2006/relationships/slide" Target="/ppt/slides/slide4.xml" Id="R2e0dc6be51164c9d" /><Relationship Type="http://schemas.openxmlformats.org/officeDocument/2006/relationships/slide" Target="/ppt/slides/slide5.xml" Id="R540149ff2e4842c1" /><Relationship Type="http://schemas.openxmlformats.org/officeDocument/2006/relationships/slide" Target="/ppt/slides/slide6.xml" Id="Rbf746f1f07424423" /><Relationship Type="http://schemas.openxmlformats.org/officeDocument/2006/relationships/slide" Target="/ppt/slides/slide7.xml" Id="R605f4157eee84fe3" /><Relationship Type="http://schemas.openxmlformats.org/officeDocument/2006/relationships/slide" Target="/ppt/slides/slide8.xml" Id="Rb21d32add92344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a17f12ccfb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2d497f335445a5" /><Relationship Type="http://schemas.openxmlformats.org/officeDocument/2006/relationships/notesMaster" Target="/ppt/notesMasters/notesMaster1.xml" Id="R5874ecf361bf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6ac6a69f6c41a6" /><Relationship Type="http://schemas.openxmlformats.org/officeDocument/2006/relationships/notesMaster" Target="/ppt/notesMasters/notesMaster1.xml" Id="Rbe17b87bbf5b43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326d5bac6f4875" /><Relationship Type="http://schemas.openxmlformats.org/officeDocument/2006/relationships/notesMaster" Target="/ppt/notesMasters/notesMaster1.xml" Id="Rc35718067b144f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cdfbb16ff43c2" /><Relationship Type="http://schemas.openxmlformats.org/officeDocument/2006/relationships/notesMaster" Target="/ppt/notesMasters/notesMaster1.xml" Id="Raf3ef604e96646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f3ebcd60854ae2" /><Relationship Type="http://schemas.openxmlformats.org/officeDocument/2006/relationships/notesMaster" Target="/ppt/notesMasters/notesMaster1.xml" Id="R60246f8f023546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2e5bc5dfb461b" /><Relationship Type="http://schemas.openxmlformats.org/officeDocument/2006/relationships/notesMaster" Target="/ppt/notesMasters/notesMaster1.xml" Id="R18abfa2702e84e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dde34a4338430c" /><Relationship Type="http://schemas.openxmlformats.org/officeDocument/2006/relationships/notesMaster" Target="/ppt/notesMasters/notesMaster1.xml" Id="Re871a88d45384f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1d11c07c654bef" /><Relationship Type="http://schemas.openxmlformats.org/officeDocument/2006/relationships/notesMaster" Target="/ppt/notesMasters/notesMaster1.xml" Id="Ree32af2bd1534d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2d7242bbd41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97bb48efc248a2" /><Relationship Type="http://schemas.openxmlformats.org/officeDocument/2006/relationships/slideLayout" Target="/ppt/slideLayouts/slideLayout1.xml" Id="R0c990d311d9e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990d311d9e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e62c466724880" /><Relationship Type="http://schemas.openxmlformats.org/officeDocument/2006/relationships/notesSlide" Target="/ppt/notesSlides/notesSlide1.xml" Id="R086268a5e47e4d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74cc71c6d463d" /><Relationship Type="http://schemas.openxmlformats.org/officeDocument/2006/relationships/notesSlide" Target="/ppt/notesSlides/notesSlide2.xml" Id="R95b21be136654d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3e3e44eaa402a" /><Relationship Type="http://schemas.openxmlformats.org/officeDocument/2006/relationships/notesSlide" Target="/ppt/notesSlides/notesSlide3.xml" Id="R91a23518b37940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6539ce07e47a8" /><Relationship Type="http://schemas.openxmlformats.org/officeDocument/2006/relationships/notesSlide" Target="/ppt/notesSlides/notesSlide4.xml" Id="Rd1d60aaae0e341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06538a3034182" /><Relationship Type="http://schemas.openxmlformats.org/officeDocument/2006/relationships/notesSlide" Target="/ppt/notesSlides/notesSlide5.xml" Id="R42063c79f9484d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492ffa9a646a9" /><Relationship Type="http://schemas.openxmlformats.org/officeDocument/2006/relationships/notesSlide" Target="/ppt/notesSlides/notesSlide6.xml" Id="R032f595aaf1042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92a05655948d2" /><Relationship Type="http://schemas.openxmlformats.org/officeDocument/2006/relationships/notesSlide" Target="/ppt/notesSlides/notesSlide7.xml" Id="Rbcce73a8ef774d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aebc489564209" /><Relationship Type="http://schemas.openxmlformats.org/officeDocument/2006/relationships/notesSlide" Target="/ppt/notesSlides/notesSlide8.xml" Id="R1665b07ac3b64e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16C5-3175-41C3-8B9C-ACDDB400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43E84-0139-4824-90FF-3BE19016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3A62F"/>
                </a:solidFill>
              </a:defRPr>
            </a:pPr>
            <a:r>
              <a:rPr sz="1200" b="1">
                <a:solidFill>
                  <a:srgbClr val="E3A62F"/>
                </a:solidFill>
              </a:rPr>
              <a:t>第 02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D931D-E41D-4146-8BEE-C7B713AD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活用 Gemini：製作自己的排課行事曆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F9039-78FC-4FED-9403-42F55F4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從 Google Calendar 到單檔 HTML 排課工具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80DF1-FA96-4A2A-A110-319CFB49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72161-217B-4817-B6E4-97D33EC3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A3221-9E8C-4E74-88C3-19E15DFC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Google Calendar 排程紀錄、HTML 排課工具、測試清單與 CSV 匯出</a:t>
            </a:r>
          </a:p>
        </p:txBody>
      </p:sp>
    </p:spTree>
    <p:extLst>
      <p:ext uri="{BB962C8B-B14F-4D97-AF65-F5344CB8AC3E}">
        <p14:creationId xmlns:p14="http://schemas.microsoft.com/office/powerpoint/2010/main" val="1684658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47432-A371-444E-8C70-D9779C24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6910C-0D04-4A41-8CEA-014F443C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7B4C-F5FD-4DF7-ACDF-92F337A7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17277-D5D6-4DC8-827F-27E1EB1E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69A83-4BD1-478E-AA43-2328C06D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07-1942-4C54-A684-B2C8697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 @Google Workspace 協助建立與檢查 Calendar 行程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02C37-C2C7-4CA5-82EB-DF7DBF17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把排課條件、衝堂規則與確認流程說清楚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A6A40-A7DB-4FD4-AC56-80DEC04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 Gemini 產出並測試本地端 HTML 排課工具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C87C2-429A-4649-BD83-2522AD8F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631C3-2597-424D-933B-7BDABF8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A62F"/>
                </a:solidFill>
              </a:defRPr>
            </a:pPr>
            <a:r>
              <a:rPr sz="1800" b="1">
                <a:solidFill>
                  <a:srgbClr val="E3A62F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261C5-FCBD-47E7-AC4C-B6264B9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Google Calendar 排程紀錄、HTML 排課工具、測試清單與 CSV 匯出</a:t>
            </a:r>
          </a:p>
        </p:txBody>
      </p:sp>
    </p:spTree>
    <p:extLst>
      <p:ext uri="{BB962C8B-B14F-4D97-AF65-F5344CB8AC3E}">
        <p14:creationId xmlns:p14="http://schemas.microsoft.com/office/powerpoint/2010/main" val="784526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6A7C5-5CFA-4AAA-8DC9-6369CA9F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68D97-B3AE-4E0D-92CD-51780C69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2CC06-451B-473D-8EAC-C47237D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711FC-52CA-456F-8A1E-D64F67C3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7E07C-4385-473E-8968-AEE09A2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A6CF4-3B0C-4650-9B9B-C54327A6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61647-E00C-48DB-BF6B-B0714197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9BB9F-D040-46A1-90AD-3CEE3DBF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先描述資料與規則，再要求 AI 執行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7B51B-E6ED-4585-BB91-82AC7BE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6D34E-AE76-4BFE-824E-CF09B39F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E2047-1BFC-46EC-9636-BD832BD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建立行程前先預覽、確認並檢查權限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2BC5B-B084-4D95-838A-7CBB7933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FED6E-7794-41A8-A785-3D9889CC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C4FD4-2F5F-4F7D-8087-7C3F5D9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用驗證、刪除、localStorage 與 CSV 讓工具可用</a:t>
            </a:r>
          </a:p>
        </p:txBody>
      </p:sp>
    </p:spTree>
    <p:extLst>
      <p:ext uri="{BB962C8B-B14F-4D97-AF65-F5344CB8AC3E}">
        <p14:creationId xmlns:p14="http://schemas.microsoft.com/office/powerpoint/2010/main" val="1804412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23F31-E7F1-4F10-8DDA-A23AB41C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876E2-57B9-4C4A-8F2F-9062B0D7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F1396-E1DB-4B87-A349-4AEE9A2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8B8D5-4266-4DC8-BA64-3212DEEA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0EF4E-F170-46A1-BCD7-FB51C44F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BD297-E34C-4A03-ACE6-D441C7C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F7D20-46F5-419B-8136-69893590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F64CC-7720-4313-9AA3-EC58655D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確認 Google Workspace 擴充功能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F3AE3-AB22-4B3D-886B-4DF286CD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6909A-2688-4D79-B3AB-BAC79C9C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5BE77-E91D-4ED4-AF45-9EE6F3A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建立單一 Calendar 課程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F0B85-7DCD-4427-942E-7F08C46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A07D5-870B-4EEB-98B1-06F17F1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78B4A-BDB7-4071-8846-58AED826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提供條件並避開既有衝堂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391A3-E4D0-48CC-9064-06836BA7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A6E6D-40C0-4034-95F7-DDAD3D0A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4D8AF-8E32-4DA4-A415-DCB31AB7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生成單檔 HTML 排課工具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F7919-5464-4CFE-8E5D-ADDD9C6F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538C9-E0DD-4F50-B13C-7B5EEBD2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A45E7-E94F-4188-87B7-FA93FDD0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加入驗證、刪除與 CSV 測試</a:t>
            </a:r>
          </a:p>
        </p:txBody>
      </p:sp>
    </p:spTree>
    <p:extLst>
      <p:ext uri="{BB962C8B-B14F-4D97-AF65-F5344CB8AC3E}">
        <p14:creationId xmlns:p14="http://schemas.microsoft.com/office/powerpoint/2010/main" val="1415140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677D6-D3D3-4F05-861A-83CC3323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82177-FCA2-45F2-B4FA-DFB8C726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1FCBA-70F9-4C0B-9B37-360948E8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E89DA-E70D-4222-9300-2BAE26D7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D0499-FFEA-436E-90F4-E1CA118A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C7E4F-26CA-4C19-AD05-EF7A33E7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請幫我建立下週的課程行事曆：AI 基礎工具應用實務，下週一到週三，每天下午 2:00 到 4:00。請先列出三個事件供我確認日期、時間與時區，再協助加入 Google Calendar。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AB3DC-2285-49F4-9B45-B1CAE6EB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A62F"/>
                </a:solidFill>
              </a:defRPr>
            </a:pPr>
            <a:r>
              <a:rPr sz="1500" b="1">
                <a:solidFill>
                  <a:srgbClr val="E3A62F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986212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5313E-F5CA-4F2B-8E76-0361B22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85841-B901-40CB-8453-08C54CBE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9AEAA-C212-465C-BA4C-B098A1D7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F9F5F-D07D-4DA0-98A2-2ADB90A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51152-3456-47E7-80A3-E9F65980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E9D90-BCF4-492F-B14E-3E260F1B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B4D96-120F-44EA-9C55-BCC3102B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完成一個 Calendar 排程案例與一個可在瀏覽器開啟的 HTML 排課工具，測試新增、刪除、錯誤時間、重新整理與 CSV 匯出。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FBC11-BD04-4841-AF58-4ABE202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77CC6-2D35-44AF-919A-C539A9B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A62F"/>
                </a:solidFill>
              </a:defRPr>
            </a:pPr>
            <a:r>
              <a:rPr sz="1800" b="1">
                <a:solidFill>
                  <a:srgbClr val="E3A62F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27AD3-5085-4B07-9588-0F885B4D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B6A41-3925-47EE-9AAB-406956FD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69C58-9107-4172-90DC-79E138F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696E7-3C4D-402C-99F0-625BEBB1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1325622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76ED5-E24B-47D1-B1B6-6B9E9458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0D44C-2661-4509-9500-11F3E39C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EFC72-E634-4A35-B4E0-FF7EE77C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6EC7A-56EE-43B4-B8AF-DE83BB75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2AA9E-87E0-4F15-863B-DD121ED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CC97E-6EE7-4581-92B4-8367DFB5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3A62F"/>
                </a:solidFill>
              </a:defRPr>
            </a:pPr>
            <a:r>
              <a:rPr sz="1650" b="1">
                <a:solidFill>
                  <a:srgbClr val="E3A62F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ECE4A-197E-46E3-9C42-8EDF4C64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9074D-E732-4887-A64F-9DD4FF61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76105-8617-4100-8E5D-9A7BF45D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F3BEA-2E51-4C87-BFD8-0D652B8D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CD792-317C-4794-BA62-EC5876C1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09A6-1A35-4B4A-9FFB-FFF16883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2CB5-E9D1-4339-B572-32634FEF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05278-9324-48F8-B269-FBF6544D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C68EF-E6B1-4D6C-9C64-FF6DDCAA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8321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6977-2A2A-4C6D-98EC-E81EF3C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02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79D6D-62F6-4F97-A4BD-B75EEB31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B3A66-D988-49EC-8F77-0182592C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CC844-CE18-49E5-ABC2-4336A046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D017A-5714-4B36-97BB-1C899D01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5D03E-D741-454B-9B7E-1E636C9B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3A62F"/>
                </a:solidFill>
              </a:defRPr>
            </a:pPr>
            <a:r>
              <a:rPr sz="1950" b="1">
                <a:solidFill>
                  <a:srgbClr val="E3A62F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703E9-2515-4693-BB22-DE415114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87439-BBB5-45DC-B59D-2A8AE9E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2113839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2026-08-18T09:06:04.3580000Z</dcterms:created>
  <dcterms:modified xsi:type="dcterms:W3CDTF">2026-08-18T09:06:04.3580000Z</dcterms:modified>
</coreProperties>
</file>