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0084ff845f843dc" /><Relationship Type="http://schemas.openxmlformats.org/officeDocument/2006/relationships/extended-properties" Target="/docProps/app.xml" Id="R4b01ea2463c944ed" /><Relationship Type="http://schemas.openxmlformats.org/officeDocument/2006/relationships/officeDocument" Target="/ppt/presentation.xml" Id="Rdc7d38009e53452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2c911444a084565"/>
  </p:sldMasterIdLst>
  <p:notesMasterIdLst>
    <p:notesMasterId xmlns:r="http://schemas.openxmlformats.org/officeDocument/2006/relationships" r:id="R04954dae6f284e08"/>
  </p:notesMasterIdLst>
  <p:sldIdLst>
    <p:sldId xmlns:r="http://schemas.openxmlformats.org/officeDocument/2006/relationships" id="256" r:id="R279814171dd441a8"/>
    <p:sldId xmlns:r="http://schemas.openxmlformats.org/officeDocument/2006/relationships" id="257" r:id="R46d75546a99042d2"/>
    <p:sldId xmlns:r="http://schemas.openxmlformats.org/officeDocument/2006/relationships" id="258" r:id="R24c04caa58df48eb"/>
    <p:sldId xmlns:r="http://schemas.openxmlformats.org/officeDocument/2006/relationships" id="259" r:id="Rb91add19486d48c1"/>
    <p:sldId xmlns:r="http://schemas.openxmlformats.org/officeDocument/2006/relationships" id="260" r:id="Raaa858e8fc9c439c"/>
    <p:sldId xmlns:r="http://schemas.openxmlformats.org/officeDocument/2006/relationships" id="261" r:id="R9d8214d54de942be"/>
    <p:sldId xmlns:r="http://schemas.openxmlformats.org/officeDocument/2006/relationships" id="262" r:id="R654959b304284960"/>
    <p:sldId xmlns:r="http://schemas.openxmlformats.org/officeDocument/2006/relationships" id="263" r:id="R800a7bf3f35e41b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98298a74e14f2a" /><Relationship Type="http://schemas.openxmlformats.org/officeDocument/2006/relationships/slideMaster" Target="/ppt/slideMasters/slideMaster1.xml" Id="R72c911444a084565" /><Relationship Type="http://schemas.openxmlformats.org/officeDocument/2006/relationships/notesMaster" Target="/ppt/notesMasters/notesMaster1.xml" Id="R04954dae6f284e08" /><Relationship Type="http://schemas.openxmlformats.org/officeDocument/2006/relationships/presProps" Target="/ppt/presProps.xml" Id="R13c188ca65754856" /><Relationship Type="http://schemas.openxmlformats.org/officeDocument/2006/relationships/tableStyles" Target="/ppt/tableStyles.xml" Id="R76ed506fe2ac480d" /><Relationship Type="http://schemas.openxmlformats.org/officeDocument/2006/relationships/slide" Target="/ppt/slides/slide1.xml" Id="R279814171dd441a8" /><Relationship Type="http://schemas.openxmlformats.org/officeDocument/2006/relationships/slide" Target="/ppt/slides/slide2.xml" Id="R46d75546a99042d2" /><Relationship Type="http://schemas.openxmlformats.org/officeDocument/2006/relationships/slide" Target="/ppt/slides/slide3.xml" Id="R24c04caa58df48eb" /><Relationship Type="http://schemas.openxmlformats.org/officeDocument/2006/relationships/slide" Target="/ppt/slides/slide4.xml" Id="Rb91add19486d48c1" /><Relationship Type="http://schemas.openxmlformats.org/officeDocument/2006/relationships/slide" Target="/ppt/slides/slide5.xml" Id="Raaa858e8fc9c439c" /><Relationship Type="http://schemas.openxmlformats.org/officeDocument/2006/relationships/slide" Target="/ppt/slides/slide6.xml" Id="R9d8214d54de942be" /><Relationship Type="http://schemas.openxmlformats.org/officeDocument/2006/relationships/slide" Target="/ppt/slides/slide7.xml" Id="R654959b304284960" /><Relationship Type="http://schemas.openxmlformats.org/officeDocument/2006/relationships/slide" Target="/ppt/slides/slide8.xml" Id="R800a7bf3f35e41b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0cf66481303451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e5e60de66a4ac7" /><Relationship Type="http://schemas.openxmlformats.org/officeDocument/2006/relationships/notesMaster" Target="/ppt/notesMasters/notesMaster1.xml" Id="Rd5cbc0a85e15494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b65e1d589bc4f04" /><Relationship Type="http://schemas.openxmlformats.org/officeDocument/2006/relationships/notesMaster" Target="/ppt/notesMasters/notesMaster1.xml" Id="R52f0b1925bc24e2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db3278194b3418f" /><Relationship Type="http://schemas.openxmlformats.org/officeDocument/2006/relationships/notesMaster" Target="/ppt/notesMasters/notesMaster1.xml" Id="R0ad1afa07d40409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3c385ee7f814b2e" /><Relationship Type="http://schemas.openxmlformats.org/officeDocument/2006/relationships/notesMaster" Target="/ppt/notesMasters/notesMaster1.xml" Id="R0a5b3895e2904fc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d20bc8d21a84d4b" /><Relationship Type="http://schemas.openxmlformats.org/officeDocument/2006/relationships/notesMaster" Target="/ppt/notesMasters/notesMaster1.xml" Id="R484a339c1be244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bd43d7a7ef648b7" /><Relationship Type="http://schemas.openxmlformats.org/officeDocument/2006/relationships/notesMaster" Target="/ppt/notesMasters/notesMaster1.xml" Id="Rc921030e905443b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5ddd9f371254671" /><Relationship Type="http://schemas.openxmlformats.org/officeDocument/2006/relationships/notesMaster" Target="/ppt/notesMasters/notesMaster1.xml" Id="Rd3b182270dcd4fa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3ac980d4fdb4455" /><Relationship Type="http://schemas.openxmlformats.org/officeDocument/2006/relationships/notesMaster" Target="/ppt/notesMasters/notesMaster1.xml" Id="R0f68634e20704e8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開場：說明這堂課的實作成果與使用情境。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講師提示：goal；請以學員自己的真實題目示範，不用虛構成果。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講師提示：key；請以學員自己的真實題目示範，不用虛構成果。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講師提示：flow；請以學員自己的真實題目示範，不用虛構成果。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講師提示：prompt；請以學員自己的真實題目示範，不用虛構成果。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講師提示：practice；請以學員自己的真實題目示範，不用虛構成果。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講師提示：deliver；請以學員自己的真實題目示範，不用虛構成果。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講師提示：close；請以學員自己的真實題目示範，不用虛構成果。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本頁主要為課程設計與使用者指定內容，無外部非平凡主張。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5c6ad396f849e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03c84c60349445b" /><Relationship Type="http://schemas.openxmlformats.org/officeDocument/2006/relationships/slideLayout" Target="/ppt/slideLayouts/slideLayout1.xml" Id="R90765abc59ef4f4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765abc59ef4f4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94307a8d54541" /><Relationship Type="http://schemas.openxmlformats.org/officeDocument/2006/relationships/notesSlide" Target="/ppt/notesSlides/notesSlide1.xml" Id="R9dd102c7230f4b7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f5f3a0ee2449e2" /><Relationship Type="http://schemas.openxmlformats.org/officeDocument/2006/relationships/notesSlide" Target="/ppt/notesSlides/notesSlide2.xml" Id="R5b1d24fa7515486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18ce4e85ac49f8" /><Relationship Type="http://schemas.openxmlformats.org/officeDocument/2006/relationships/notesSlide" Target="/ppt/notesSlides/notesSlide3.xml" Id="R118d33f4999947a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283300e1c458c" /><Relationship Type="http://schemas.openxmlformats.org/officeDocument/2006/relationships/notesSlide" Target="/ppt/notesSlides/notesSlide4.xml" Id="R11a779b0f45245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66c03cab844590" /><Relationship Type="http://schemas.openxmlformats.org/officeDocument/2006/relationships/notesSlide" Target="/ppt/notesSlides/notesSlide5.xml" Id="R592e955edd8c4a7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9ac88dcc984bee" /><Relationship Type="http://schemas.openxmlformats.org/officeDocument/2006/relationships/notesSlide" Target="/ppt/notesSlides/notesSlide6.xml" Id="R137995b2c7d149a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e74738fec024a60" /><Relationship Type="http://schemas.openxmlformats.org/officeDocument/2006/relationships/notesSlide" Target="/ppt/notesSlides/notesSlide7.xml" Id="R547992de224e4d0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4b55d85ce7a4a1a" /><Relationship Type="http://schemas.openxmlformats.org/officeDocument/2006/relationships/notesSlide" Target="/ppt/notesSlides/notesSlide8.xml" Id="Rd7aac21bc301465e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1B595F-14D6-4614-B7FF-6106E6EA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0"/>
            <a:ext cx="3905250" cy="6858000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C30B9E-7694-4A08-97FA-55F6EB598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3810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3D8DFF"/>
                </a:solidFill>
              </a:defRPr>
            </a:pPr>
            <a:r>
              <a:rPr sz="1200" b="1">
                <a:solidFill>
                  <a:srgbClr val="3D8DFF"/>
                </a:solidFill>
              </a:rPr>
              <a:t>第 04 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D55879-665A-4F71-943D-F6E92E682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76375"/>
            <a:ext cx="695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11827"/>
                </a:solidFill>
              </a:defRPr>
            </a:pPr>
            <a:r>
              <a:rPr sz="3750" b="1">
                <a:solidFill>
                  <a:srgbClr val="111827"/>
                </a:solidFill>
              </a:rPr>
              <a:t>Gemini + GAS 自動化題庫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345EC7-4379-4556-8ABE-080380391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48000"/>
            <a:ext cx="657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36273"/>
                </a:solidFill>
              </a:defRPr>
            </a:pPr>
            <a:r>
              <a:rPr sz="1800">
                <a:solidFill>
                  <a:srgbClr val="536273"/>
                </a:solidFill>
              </a:rPr>
              <a:t>讓題庫可以自動產生、整理、評分與留下紀錄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8771CD-CDA1-48AD-91D8-8AD470D6F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80975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90048B-FE0C-4352-892E-B7DEE0323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15716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4800" b="1">
                <a:solidFill>
                  <a:srgbClr val="FFFFFF"/>
                </a:solidFill>
              </a:defRPr>
            </a:pPr>
            <a:r>
              <a:rPr sz="4800" b="1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47D2CE-586F-42AB-A758-AFE636562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333875"/>
            <a:ext cx="2762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今天的作品</a:t>
            </a:r>
          </a:p>
          <a:p xmlns:a="http://schemas.openxmlformats.org/drawingml/2006/main">
            <a:pPr algn="ctr">
              <a:defRPr sz="1500" b="1">
                <a:solidFill>
                  <a:srgbClr val="111827"/>
                </a:solidFill>
              </a:defRPr>
            </a:pPr>
            <a:r>
              <a:rPr sz="1500" b="1">
                <a:solidFill>
                  <a:srgbClr val="111827"/>
                </a:solidFill>
              </a:rPr>
              <a:t>可重複執行的題庫自動化工具與測試報告</a:t>
            </a:r>
          </a:p>
        </p:txBody>
      </p:sp>
    </p:spTree>
    <p:extLst>
      <p:ext uri="{BB962C8B-B14F-4D97-AF65-F5344CB8AC3E}">
        <p14:creationId xmlns:p14="http://schemas.microsoft.com/office/powerpoint/2010/main" val="166571429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F14DFE-C9A2-43E7-BE5D-9CA3ECD0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04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E52D6B-D6E0-4AA1-800E-B885009BB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學習任務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9B018E-C5F2-4A08-BD5F-47163CF5E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02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BD9248-E78B-4C9A-94B5-613C089B7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32EF917-E425-4D95-8ACC-FE6691B37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7620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今天結束時，你要能完成：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BF0122-A8A1-4932-9F57-7B2D21A7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812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理解 GAS 與 Gemini 的資料流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797B91-7B0E-49F2-87CF-DFD3D3BF1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8130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設計提示詞與結構化輸出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FA93564-7ED5-4D81-A351-2430C9FD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81350"/>
            <a:ext cx="952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建立批次處理與錯誤處理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8F9E45-4842-4A24-8E25-779071B38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238375"/>
            <a:ext cx="3714750" cy="2381250"/>
          </a:xfrm>
          <a:prstGeom xmlns:a="http://schemas.openxmlformats.org/drawingml/2006/main" prst="roundRect">
            <a:avLst>
              <a:gd name="adj" fmla="val 3200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5A6610-053F-4AD5-9BF6-6B3A654F5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619375"/>
            <a:ext cx="285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完成標準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A17CF-3213-4AD1-9921-7251F6583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3238500"/>
            <a:ext cx="285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可重複執行的題庫自動化工具與測試報告</a:t>
            </a:r>
          </a:p>
        </p:txBody>
      </p:sp>
    </p:spTree>
    <p:extLst>
      <p:ext uri="{BB962C8B-B14F-4D97-AF65-F5344CB8AC3E}">
        <p14:creationId xmlns:p14="http://schemas.microsoft.com/office/powerpoint/2010/main" val="99427788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3FCACD8-0618-42E7-84D6-E69AABE4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04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36AC3C-E614-4430-8B7D-3D566F08C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核心觀念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35CF6F-BA5D-491C-84F0-06C55E0F8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C60138A-0CF5-4D0A-A6D1-4A15C5D5C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032F75-0022-460A-90F9-B458CE081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把這堂課記成三個關鍵決定：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377B45-CA72-452E-B067-F51672793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3D8DFF">
              <a:alpha val="9412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3D45A6-8413-451E-8BFD-B46BF4A1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7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E7E146-EC46-4D8E-881F-BD33926B0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5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輸入資料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C707DF-AF52-4272-87D5-FEB0CACCE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33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C13BA3C-37DE-4186-9943-2612CD19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524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ABD5B6-50F3-4EA6-9145-535349FAB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3505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提示詞模板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2971AE-F51C-4C6B-BA4B-2C8DF1461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3D8DFF">
              <a:alpha val="9412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3E31DD-F234-4ACC-B970-96C330E10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476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4C2779C-0440-4987-8DDD-0D7F364CD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457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輸出格式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2A8DFE-78B3-4535-BEF6-1EE787A39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E76734-F15F-40C5-B42A-156512201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4292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C40628C-DB35-4960-BE60-C9B7CA7F2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4102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錯誤紀錄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D95BB1-DBB3-4108-8AE4-3BFE427F0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91250"/>
            <a:ext cx="1028700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3D8DFF">
              <a:alpha val="9412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2EC345D-BF43-4A48-8636-807054826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381750"/>
            <a:ext cx="523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3D8DFF"/>
                </a:solidFill>
              </a:defRPr>
            </a:pPr>
            <a:r>
              <a:rPr sz="1575" b="1">
                <a:solidFill>
                  <a:srgbClr val="3D8DFF"/>
                </a:solidFill>
              </a:rPr>
              <a:t>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47F96A1-95FE-4B35-93B8-E1ADA7D1F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63627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111827"/>
                </a:solidFill>
              </a:defRPr>
            </a:pPr>
            <a:r>
              <a:rPr sz="1725" b="1">
                <a:solidFill>
                  <a:srgbClr val="111827"/>
                </a:solidFill>
              </a:rPr>
              <a:t>人工抽查</a:t>
            </a:r>
          </a:p>
        </p:txBody>
      </p:sp>
    </p:spTree>
    <p:extLst>
      <p:ext uri="{BB962C8B-B14F-4D97-AF65-F5344CB8AC3E}">
        <p14:creationId xmlns:p14="http://schemas.microsoft.com/office/powerpoint/2010/main" val="14940298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65826D-266C-4DCF-818F-94B2A8E8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04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2A1529-E60D-46B7-9664-F4EB56F0E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操作流程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C3E9D0-9FAC-4A85-B869-1702D6835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E98901-6864-4CA9-9B57-25DC86F18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2678BB-24B1-4DBB-9C87-167E9B97E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用這條流程，把想法做成可驗收成果：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C88A7D-A722-4037-9447-33A89A02D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EAC870-381D-4C1D-82DA-7494B3AE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STEP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9BD4325-FED5-4E9F-A55E-BD329D11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建立 Google Sheet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B53A33-986E-4D4C-B67D-0FB2134C7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62AF03-CAE0-415C-B06E-309ADE451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E19C52-CB1A-46ED-9757-2BFC3B826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設計欄位與狀態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E9A784-2173-44F9-A091-B3A126DB9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381250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C6DE4E-025D-4D38-8DD2-D810B1645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5336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STEP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92C80B-FF1D-48C8-BC67-1DD8737E9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81940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用 GAS 呼叫 Gemini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C2BD81-5126-4C70-B3DA-5C676ECA1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E3A62F">
              <a:alpha val="20000"/>
            </a:srgbClr>
          </a:solidFill>
          <a:ln xmlns:a="http://schemas.openxmlformats.org/drawingml/2006/main" w="9525">
            <a:solidFill>
              <a:srgbClr val="E3A62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893817-45B4-42C9-B840-62020FEBA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E3A62F"/>
                </a:solidFill>
              </a:defRPr>
            </a:pPr>
            <a:r>
              <a:rPr sz="1050" b="1">
                <a:solidFill>
                  <a:srgbClr val="E3A62F"/>
                </a:solidFill>
              </a:rPr>
              <a:t>STEP 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93D186-CD13-4C11-AFA0-46E685626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將輸出寫回表格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CBBBF74-8242-49F9-BEB9-90DA5CAC2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762375"/>
            <a:ext cx="3048000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52053E-8149-4FCD-B698-FA812A7A0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14775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3D8DFF"/>
                </a:solidFill>
              </a:defRPr>
            </a:pPr>
            <a:r>
              <a:rPr sz="1050" b="1">
                <a:solidFill>
                  <a:srgbClr val="3D8DFF"/>
                </a:solidFill>
              </a:rPr>
              <a:t>STEP 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11276C1-DAE9-4DCA-9B1B-6D90E0319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200525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111827"/>
                </a:solidFill>
              </a:defRPr>
            </a:pPr>
            <a:r>
              <a:rPr sz="1575" b="1">
                <a:solidFill>
                  <a:srgbClr val="111827"/>
                </a:solidFill>
              </a:rPr>
              <a:t>加入測試與錯誤欄位</a:t>
            </a:r>
          </a:p>
        </p:txBody>
      </p:sp>
    </p:spTree>
    <p:extLst>
      <p:ext uri="{BB962C8B-B14F-4D97-AF65-F5344CB8AC3E}">
        <p14:creationId xmlns:p14="http://schemas.microsoft.com/office/powerpoint/2010/main" val="3973150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25E6B6-5938-4170-9D82-10E374444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04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A41BB9-B49D-4640-9657-86639DEB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可直接使用的提示詞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6E9D3C3-86C4-4431-8D72-DA4452E95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05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A0BA0F-BBCB-43CF-8978-5C657661A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A632BE-CC9F-444B-9890-F3CFE505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1095375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101827"/>
          </a:solidFill>
          <a:ln xmlns:a="http://schemas.openxmlformats.org/drawingml/2006/main" w="9525">
            <a:solidFill>
              <a:srgbClr val="10182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4D4E48-9328-47E6-88E5-5B0C9E7F8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95500"/>
            <a:ext cx="102870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FFFFF"/>
                </a:solidFill>
              </a:defRPr>
            </a:pPr>
            <a:r>
              <a:rPr sz="1725">
                <a:solidFill>
                  <a:srgbClr val="FFFFFF"/>
                </a:solidFill>
              </a:rPr>
              <a:t>請協助我設計 Google Apps Script 題庫自動化流程。輸入是試算表中的主題與難度，輸出必須包含題目、選項、答案、解析與標籤；請提供 JSON 格式、錯誤處理與人工抽查方式。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1996D9-E937-41E3-8481-1613E9A7D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3D8DFF"/>
                </a:solidFill>
              </a:defRPr>
            </a:pPr>
            <a:r>
              <a:rPr sz="1500" b="1">
                <a:solidFill>
                  <a:srgbClr val="3D8DFF"/>
                </a:solidFill>
              </a:rPr>
              <a:t>使用原則：先上傳／準備真實資料，再要求 AI 生成；產出後人工檢查。</a:t>
            </a:r>
          </a:p>
        </p:txBody>
      </p:sp>
    </p:spTree>
    <p:extLst>
      <p:ext uri="{BB962C8B-B14F-4D97-AF65-F5344CB8AC3E}">
        <p14:creationId xmlns:p14="http://schemas.microsoft.com/office/powerpoint/2010/main" val="114741096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DF8AC4-DB99-431C-B53A-3217A50F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04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46896C-1192-4604-A87F-E7466F637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課堂實作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55444A-B2A3-4A26-8327-7622345EA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06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7FC784-9FB2-4F73-9BD3-75B59CDE3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6A23AE-9CBF-4EE6-A6C6-E7E159C33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請在課堂完成這個最小可行版本：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B9493D-D386-48ED-A2D4-CE6D755AF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685800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3F6F8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29EE64-9A27-445C-987C-EB00B8E6E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62250"/>
            <a:ext cx="6191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111827"/>
                </a:solidFill>
              </a:defRPr>
            </a:pPr>
            <a:r>
              <a:rPr sz="1875" b="1">
                <a:solidFill>
                  <a:srgbClr val="111827"/>
                </a:solidFill>
              </a:rPr>
              <a:t>讓系統根據 3 個主題各產生 5 題，並保留題目版本、來源與檢查狀態。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F18B7A-3A7A-461C-A5F2-E1B96E066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81250"/>
            <a:ext cx="3143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3D8DFF">
              <a:alpha val="13333"/>
            </a:srgbClr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F3268B-7F70-438D-BA12-B1E249FF9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622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3D8DFF"/>
                </a:solidFill>
              </a:defRPr>
            </a:pPr>
            <a:r>
              <a:rPr sz="1800" b="1">
                <a:solidFill>
                  <a:srgbClr val="3D8DFF"/>
                </a:solidFill>
              </a:rPr>
              <a:t>講師檢查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382B6-7073-4F6C-9071-9482530BA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3337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能操作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497428-E324-4138-96EB-FBBC38823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7338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有輸入與輸出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18A6A7-7C88-48B7-86BF-D70AFF60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1338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能說明限制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807324-8801-45BF-98D2-6FADB7897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5339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11827"/>
                </a:solidFill>
              </a:defRPr>
            </a:pPr>
            <a:r>
              <a:rPr sz="1500">
                <a:solidFill>
                  <a:srgbClr val="111827"/>
                </a:solidFill>
              </a:rPr>
              <a:t>• 留下版本紀錄</a:t>
            </a:r>
          </a:p>
        </p:txBody>
      </p:sp>
    </p:spTree>
    <p:extLst>
      <p:ext uri="{BB962C8B-B14F-4D97-AF65-F5344CB8AC3E}">
        <p14:creationId xmlns:p14="http://schemas.microsoft.com/office/powerpoint/2010/main" val="193143916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F42B29-67F9-4A9F-8BAA-367ED3D6F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04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34F31F-A7E4-486E-98BE-1DAFB0112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交付規格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86B952-BF80-41A3-AAF2-B14D53FA8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07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F2C64B-6175-4860-86DA-675FE49B4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CF8462-5D6D-4E3B-81F2-29C7D0A1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9545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111827"/>
                </a:solidFill>
              </a:defRPr>
            </a:pPr>
            <a:r>
              <a:rPr sz="2025" b="1">
                <a:solidFill>
                  <a:srgbClr val="111827"/>
                </a:solidFill>
              </a:rPr>
              <a:t>作品包必須讓另一個人接手後也看得懂。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9EE407-BE89-4BAF-94D1-4F0B894C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812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3D8DFF"/>
                </a:solidFill>
              </a:defRPr>
            </a:pPr>
            <a:r>
              <a:rPr sz="1650" b="1">
                <a:solidFill>
                  <a:srgbClr val="3D8DFF"/>
                </a:solidFill>
              </a:rPr>
              <a:t>01｜成果檔案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8A9FB3-53F9-4E5D-ABD4-354132C5E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622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0AD5164-4015-478F-8888-9544DAE4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98132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02｜提示詞或程式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67C515-AF2A-4764-848A-1A7104504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6232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784F07-0348-4374-B437-05F1789C1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814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03｜輸入資料與來源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80D39DE-F316-436A-9636-136EF1EC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96240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0BF56D-0436-4362-8364-E4349ECDE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81475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04｜測試／人工檢查紀錄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EE9CD5-E3EB-43BA-B6AD-ACB841B7F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562475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393284-6CCC-43E1-A170-F66B77558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815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111827"/>
                </a:solidFill>
              </a:defRPr>
            </a:pPr>
            <a:r>
              <a:rPr sz="1650" b="1">
                <a:solidFill>
                  <a:srgbClr val="111827"/>
                </a:solidFill>
              </a:rPr>
              <a:t>05｜操作說明與下一步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78EF44-0C06-4E08-8F98-01CF68336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162550"/>
            <a:ext cx="962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38572845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075DA9-4932-4B44-BC58-F898A4938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5715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3D8DFF"/>
                </a:solidFill>
              </a:defRPr>
            </a:pPr>
            <a:r>
              <a:rPr sz="975" b="1">
                <a:solidFill>
                  <a:srgbClr val="3D8DFF"/>
                </a:solidFill>
              </a:rPr>
              <a:t>AI 工具實戰進階班 / 第 04 堂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E5423E-9403-439C-9181-3883964CF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"/>
            <a:ext cx="10668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700" b="1">
                <a:solidFill>
                  <a:srgbClr val="111827"/>
                </a:solidFill>
              </a:defRPr>
            </a:pPr>
            <a:r>
              <a:rPr sz="2700" b="1">
                <a:solidFill>
                  <a:srgbClr val="111827"/>
                </a:solidFill>
              </a:rPr>
              <a:t>課程總結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391E291-DB7C-4528-A987-06C991A3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3429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 b="1">
                <a:solidFill>
                  <a:srgbClr val="536273"/>
                </a:solidFill>
              </a:defRPr>
            </a:pPr>
            <a:r>
              <a:rPr sz="1050" b="1">
                <a:solidFill>
                  <a:srgbClr val="536273"/>
                </a:solidFill>
              </a:rPr>
              <a:t>08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CBDA87-C610-426F-8611-AB000FB63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1445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23636E-6C87-4CF6-A150-B5839787B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525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400" b="1">
                <a:solidFill>
                  <a:srgbClr val="111827"/>
                </a:solidFill>
              </a:defRPr>
            </a:pPr>
            <a:r>
              <a:rPr sz="2400" b="1">
                <a:solidFill>
                  <a:srgbClr val="111827"/>
                </a:solidFill>
              </a:rPr>
              <a:t>今天不是把工具玩過一次，而是留下可重複使用的流程。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D7DABF-CD7B-407A-A6DB-BB28C116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429000"/>
            <a:ext cx="857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 b="1">
                <a:solidFill>
                  <a:srgbClr val="3D8DFF"/>
                </a:solidFill>
              </a:defRPr>
            </a:pPr>
            <a:r>
              <a:rPr sz="1950" b="1">
                <a:solidFill>
                  <a:srgbClr val="3D8DFF"/>
                </a:solidFill>
              </a:rPr>
              <a:t>下一步：把成果放進你的 AI 備課工具箱。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81272E-8E43-4B3F-82C2-ED0E0B755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05000"/>
            <a:ext cx="2095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3D8DFF"/>
          </a:solidFill>
          <a:ln xmlns:a="http://schemas.openxmlformats.org/drawingml/2006/main" w="9525">
            <a:solidFill>
              <a:srgbClr val="3D8D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7A68A4-A205-4062-8C8E-E39D6E9B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619375"/>
            <a:ext cx="1524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300" b="1">
                <a:solidFill>
                  <a:srgbClr val="FFFFFF"/>
                </a:solidFill>
              </a:defRPr>
            </a:pPr>
            <a:r>
              <a:rPr sz="3300" b="1">
                <a:solidFill>
                  <a:srgbClr val="FFFFFF"/>
                </a:solidFill>
              </a:rPr>
              <a:t>GO</a:t>
            </a:r>
          </a:p>
        </p:txBody>
      </p:sp>
    </p:spTree>
    <p:extLst>
      <p:ext uri="{BB962C8B-B14F-4D97-AF65-F5344CB8AC3E}">
        <p14:creationId xmlns:p14="http://schemas.microsoft.com/office/powerpoint/2010/main" val="2542313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2026-08-18T08:12:14.5110000Z</dcterms:created>
  <dcterms:modified xsi:type="dcterms:W3CDTF">2026-08-18T08:12:14.5110000Z</dcterms:modified>
</coreProperties>
</file>