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35ec9e4cfb487e" /><Relationship Type="http://schemas.openxmlformats.org/officeDocument/2006/relationships/extended-properties" Target="/docProps/app.xml" Id="R06343654aea24080" /><Relationship Type="http://schemas.openxmlformats.org/officeDocument/2006/relationships/officeDocument" Target="/ppt/presentation.xml" Id="R02c2659455d842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e3c8e45caf407b"/>
  </p:sldMasterIdLst>
  <p:notesMasterIdLst>
    <p:notesMasterId xmlns:r="http://schemas.openxmlformats.org/officeDocument/2006/relationships" r:id="R337ddea17be340b1"/>
  </p:notesMasterIdLst>
  <p:sldIdLst>
    <p:sldId xmlns:r="http://schemas.openxmlformats.org/officeDocument/2006/relationships" id="256" r:id="Ra5579da910fb4309"/>
    <p:sldId xmlns:r="http://schemas.openxmlformats.org/officeDocument/2006/relationships" id="257" r:id="Rba3bff86d7f84068"/>
    <p:sldId xmlns:r="http://schemas.openxmlformats.org/officeDocument/2006/relationships" id="258" r:id="Rdd21d8de186d49e0"/>
    <p:sldId xmlns:r="http://schemas.openxmlformats.org/officeDocument/2006/relationships" id="259" r:id="Rbb2e3cba1c464ba9"/>
    <p:sldId xmlns:r="http://schemas.openxmlformats.org/officeDocument/2006/relationships" id="260" r:id="R29e68dc2fb9049d1"/>
    <p:sldId xmlns:r="http://schemas.openxmlformats.org/officeDocument/2006/relationships" id="261" r:id="R208cbb597ead4030"/>
    <p:sldId xmlns:r="http://schemas.openxmlformats.org/officeDocument/2006/relationships" id="262" r:id="R67e29bf82d47472f"/>
    <p:sldId xmlns:r="http://schemas.openxmlformats.org/officeDocument/2006/relationships" id="263" r:id="R0810327b821f45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339f0ae1624431" /><Relationship Type="http://schemas.openxmlformats.org/officeDocument/2006/relationships/slideMaster" Target="/ppt/slideMasters/slideMaster1.xml" Id="R28e3c8e45caf407b" /><Relationship Type="http://schemas.openxmlformats.org/officeDocument/2006/relationships/notesMaster" Target="/ppt/notesMasters/notesMaster1.xml" Id="R337ddea17be340b1" /><Relationship Type="http://schemas.openxmlformats.org/officeDocument/2006/relationships/presProps" Target="/ppt/presProps.xml" Id="Rfc1e52f1f793435f" /><Relationship Type="http://schemas.openxmlformats.org/officeDocument/2006/relationships/tableStyles" Target="/ppt/tableStyles.xml" Id="Rfeb26b9dbca441c1" /><Relationship Type="http://schemas.openxmlformats.org/officeDocument/2006/relationships/slide" Target="/ppt/slides/slide1.xml" Id="Ra5579da910fb4309" /><Relationship Type="http://schemas.openxmlformats.org/officeDocument/2006/relationships/slide" Target="/ppt/slides/slide2.xml" Id="Rba3bff86d7f84068" /><Relationship Type="http://schemas.openxmlformats.org/officeDocument/2006/relationships/slide" Target="/ppt/slides/slide3.xml" Id="Rdd21d8de186d49e0" /><Relationship Type="http://schemas.openxmlformats.org/officeDocument/2006/relationships/slide" Target="/ppt/slides/slide4.xml" Id="Rbb2e3cba1c464ba9" /><Relationship Type="http://schemas.openxmlformats.org/officeDocument/2006/relationships/slide" Target="/ppt/slides/slide5.xml" Id="R29e68dc2fb9049d1" /><Relationship Type="http://schemas.openxmlformats.org/officeDocument/2006/relationships/slide" Target="/ppt/slides/slide6.xml" Id="R208cbb597ead4030" /><Relationship Type="http://schemas.openxmlformats.org/officeDocument/2006/relationships/slide" Target="/ppt/slides/slide7.xml" Id="R67e29bf82d47472f" /><Relationship Type="http://schemas.openxmlformats.org/officeDocument/2006/relationships/slide" Target="/ppt/slides/slide8.xml" Id="R0810327b821f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c2564b750049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e6b5ed15649c1" /><Relationship Type="http://schemas.openxmlformats.org/officeDocument/2006/relationships/notesMaster" Target="/ppt/notesMasters/notesMaster1.xml" Id="R915b5b242b7249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7cfdef33644183" /><Relationship Type="http://schemas.openxmlformats.org/officeDocument/2006/relationships/notesMaster" Target="/ppt/notesMasters/notesMaster1.xml" Id="R26500b7337db4f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52f70996834c0f" /><Relationship Type="http://schemas.openxmlformats.org/officeDocument/2006/relationships/notesMaster" Target="/ppt/notesMasters/notesMaster1.xml" Id="Rd1a4cea55c8f48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80f04449694306" /><Relationship Type="http://schemas.openxmlformats.org/officeDocument/2006/relationships/notesMaster" Target="/ppt/notesMasters/notesMaster1.xml" Id="R087131524f3a43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04268ef79d4ec3" /><Relationship Type="http://schemas.openxmlformats.org/officeDocument/2006/relationships/notesMaster" Target="/ppt/notesMasters/notesMaster1.xml" Id="R0e4ede22a8df43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0a5e8914d54b0f" /><Relationship Type="http://schemas.openxmlformats.org/officeDocument/2006/relationships/notesMaster" Target="/ppt/notesMasters/notesMaster1.xml" Id="R90926a4a66f849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5e136b271d4db4" /><Relationship Type="http://schemas.openxmlformats.org/officeDocument/2006/relationships/notesMaster" Target="/ppt/notesMasters/notesMaster1.xml" Id="Rd9d6ef1a467e45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8bf22e28e8487a" /><Relationship Type="http://schemas.openxmlformats.org/officeDocument/2006/relationships/notesMaster" Target="/ppt/notesMasters/notesMaster1.xml" Id="Rbe332c3536a546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699043e8141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237950c3ec4645" /><Relationship Type="http://schemas.openxmlformats.org/officeDocument/2006/relationships/slideLayout" Target="/ppt/slideLayouts/slideLayout1.xml" Id="R060e9cbb442143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0e9cbb442143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82e8609564343" /><Relationship Type="http://schemas.openxmlformats.org/officeDocument/2006/relationships/notesSlide" Target="/ppt/notesSlides/notesSlide1.xml" Id="R3f7d86debd7a43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f852f29454dbb" /><Relationship Type="http://schemas.openxmlformats.org/officeDocument/2006/relationships/notesSlide" Target="/ppt/notesSlides/notesSlide2.xml" Id="R6e13c0de34b046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b518d5981400b" /><Relationship Type="http://schemas.openxmlformats.org/officeDocument/2006/relationships/notesSlide" Target="/ppt/notesSlides/notesSlide3.xml" Id="R7b80f5856d5e4a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68d4244e44d71" /><Relationship Type="http://schemas.openxmlformats.org/officeDocument/2006/relationships/notesSlide" Target="/ppt/notesSlides/notesSlide4.xml" Id="R8cf29a4aa51d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66f7be8a54705" /><Relationship Type="http://schemas.openxmlformats.org/officeDocument/2006/relationships/notesSlide" Target="/ppt/notesSlides/notesSlide5.xml" Id="Ra7e1e21b1e4e41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4d9105a5f4832" /><Relationship Type="http://schemas.openxmlformats.org/officeDocument/2006/relationships/notesSlide" Target="/ppt/notesSlides/notesSlide6.xml" Id="Rd921687cf4e0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d0aab90f74d72" /><Relationship Type="http://schemas.openxmlformats.org/officeDocument/2006/relationships/notesSlide" Target="/ppt/notesSlides/notesSlide7.xml" Id="R1f7823f2954e4f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aeeb4a52a4687" /><Relationship Type="http://schemas.openxmlformats.org/officeDocument/2006/relationships/notesSlide" Target="/ppt/notesSlides/notesSlide8.xml" Id="Rc56e1c08459241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249C5-FEAE-4C29-89A5-B0323DBB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5FC65-8C4E-4F5B-B6B1-4F1D4A79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3A62F"/>
                </a:solidFill>
              </a:defRPr>
            </a:pPr>
            <a:r>
              <a:rPr sz="1200" b="1">
                <a:solidFill>
                  <a:srgbClr val="E3A62F"/>
                </a:solidFill>
              </a:rPr>
              <a:t>第 07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E3319-BDA8-4DC8-AB81-8C89669E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一份教材生出 5 種遊戲：比較與實作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93B26-A242-4B90-B0EC-ED23811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從 5 個方向選出一個真正能上課的遊戲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FC9ED-8BA7-4457-BB24-3C6115A4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B778F-E428-449C-BF38-9EAFD76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8C7A0-EE6D-440D-AF4C-A3C6AEE2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遊戲選擇評分表與最小可玩原型</a:t>
            </a:r>
          </a:p>
        </p:txBody>
      </p:sp>
    </p:spTree>
    <p:extLst>
      <p:ext uri="{BB962C8B-B14F-4D97-AF65-F5344CB8AC3E}">
        <p14:creationId xmlns:p14="http://schemas.microsoft.com/office/powerpoint/2010/main" val="1280446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7E1C8-7ED8-43E3-B726-9E5B7CA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07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DBA95-5047-47F4-BDF0-9A0E52D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3B482-3BE4-4750-9CE4-256911CD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165C6-8B72-4F98-9120-518FE506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2F856-8E6A-46D0-B369-F31CAE73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0DEE6-9CDC-41C7-A011-DBF41518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用評分表選擇遊戲形式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ABCD0-8A12-4307-837E-62E9483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把創意變成可執行規則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96936-85F3-4478-B1A2-AA0BE95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完成一個可試玩的版本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9F525-89D8-4E8D-ACC5-C03911E8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CFD80-005C-49B1-8B30-2B6D8C9F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A62F"/>
                </a:solidFill>
              </a:defRPr>
            </a:pPr>
            <a:r>
              <a:rPr sz="1800" b="1">
                <a:solidFill>
                  <a:srgbClr val="E3A62F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5E5C8-6808-4297-9691-5BB0034D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遊戲選擇評分表與最小可玩原型</a:t>
            </a:r>
          </a:p>
        </p:txBody>
      </p:sp>
    </p:spTree>
    <p:extLst>
      <p:ext uri="{BB962C8B-B14F-4D97-AF65-F5344CB8AC3E}">
        <p14:creationId xmlns:p14="http://schemas.microsoft.com/office/powerpoint/2010/main" val="468305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C521E-4ADE-44B9-8CEF-8AA40E3C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07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1F18A-4E1D-43D3-ADBF-5632CFBF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AC173-3FD5-4402-A5A5-44A16859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ED565-A23E-49D5-83A6-C291769E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BD50E-6E1B-4EB0-B1A5-57D89B9D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53E56-AFBD-4751-8791-3E226095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58360-135E-4A1E-96C6-83DEB6F3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5BB95-68CA-47CA-ACEA-530F65B6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教材貼合度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A7275-C3C0-4D55-80B7-489795F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4450F-3DAE-4BEA-803C-901125C4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F894C-7EAA-478C-9AAC-DF5AD240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課堂可行性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CDDDA-A93D-4327-8BF2-1AC213B2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D1BB0-714B-4945-85B8-F7B6D425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4123E-0E91-4A99-90CD-040769ED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學生參與度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41D24-55C4-483B-BDB4-BE6A0440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ECAB5-9B9A-412C-83D8-D54D6138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5192B-D912-4B64-A7FA-829C92DD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製作成本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470EE-AE28-4783-854E-7EDBBCB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4D2A4-11A1-4B06-8324-FCC533B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F9D5B-F157-48AD-80B4-3D6F5008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評量清楚度</a:t>
            </a:r>
          </a:p>
        </p:txBody>
      </p:sp>
    </p:spTree>
    <p:extLst>
      <p:ext uri="{BB962C8B-B14F-4D97-AF65-F5344CB8AC3E}">
        <p14:creationId xmlns:p14="http://schemas.microsoft.com/office/powerpoint/2010/main" val="119700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3A2C6-209E-4766-8CF6-8831C57C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07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49D32-3872-44F9-826F-B784ED00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85068-8A22-4928-BEB0-316A1F0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413D4-E853-478C-9A22-372AE9DE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A2601-5567-4414-97A9-BC67E772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477BD-2218-49DC-BB51-586F407C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E5D1A-6332-46C5-BF41-6B03550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7B03D-3F15-4AB1-BFCB-BC20891D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為 5 種遊戲打分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CF48F-C868-4A1F-B415-E0263C8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1B593-6E95-428D-B522-EF63D68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3D5E9-B49C-4919-9992-D808744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選擇一種主方案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8189B-6A56-4459-9BF9-25A5169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AD9DC-3892-438F-BB44-326BEFBC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73999-2461-4D98-936F-7A98B3D6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刪掉不必要機制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F2807-9E63-4126-8D5E-5749DCC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E1EB8-046B-4EB9-81F5-2FE6A2C2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EAE6F-37D5-4D8D-9DB3-A31E8B73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做紙上或投影片原型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80299-C388-4F09-9D7C-8A4E8E52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E94AC-40F6-4F96-86DA-874EBAD9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68D16-34F4-4A7F-9BAF-50F0412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找同儕試玩並修正</a:t>
            </a:r>
          </a:p>
        </p:txBody>
      </p:sp>
    </p:spTree>
    <p:extLst>
      <p:ext uri="{BB962C8B-B14F-4D97-AF65-F5344CB8AC3E}">
        <p14:creationId xmlns:p14="http://schemas.microsoft.com/office/powerpoint/2010/main" val="1439521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EC51D-92B6-4662-8E7F-D8DFBB4C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07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5B5E1-B86F-49BC-8577-4227442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F12D5-29DB-428D-918F-4E85AD5D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F956C-9A70-4B2A-95CD-F3F04128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1AEFA-16D3-4CAB-9264-06196400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D58F9-9DAF-4AEE-AA1E-78F185F0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請比較這 5 種遊戲，依教材貼合度、課堂時間、製作難度、學生參與度與學習評量各 1–5 分，提出推薦方案與理由，再給出最小可玩版本。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FBF10-E065-4ADE-94E8-98EADC4D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A62F"/>
                </a:solidFill>
              </a:defRPr>
            </a:pPr>
            <a:r>
              <a:rPr sz="1500" b="1">
                <a:solidFill>
                  <a:srgbClr val="E3A62F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1041989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B65D6-2F55-4E81-81E8-57E13165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07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9BE7C-4F05-4178-89E9-C552D18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11E8A-6965-45C8-81DD-6872C659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5924A-29F8-4977-9762-4E29C969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B5F21-FA38-4248-B866-25A74E44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A9AAF-5340-4395-8835-67F3EB62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71F3A-48AC-4DE7-A59D-03C41F6B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完成一張遊戲選擇評分表，做出 10 分鐘可試玩的原型。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2A778-7EC4-4B06-A020-321A75B8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4FA61-2CF6-40F4-8A50-E10AE2C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A62F"/>
                </a:solidFill>
              </a:defRPr>
            </a:pPr>
            <a:r>
              <a:rPr sz="1800" b="1">
                <a:solidFill>
                  <a:srgbClr val="E3A62F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D8882-11A3-44E9-8138-00C81B0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A7B56-1995-4BDD-99D6-A2409BBE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848C9-B7AE-4A62-9E6A-938AB418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2D39E-8D91-4238-BA4E-C8C6CB6C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18616839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1E8BB-B21A-4E40-80BF-A4386103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07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E0E2D-7109-4403-ACD5-FD481044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419D9-E1B7-4C83-9282-F02FDC9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8CAE2-4E0B-4F7F-A469-D5123CCD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ABDFD-C70F-4CA1-A67F-E1443887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4AE10-5B33-4EAF-ABF1-0CF14CD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3A62F"/>
                </a:solidFill>
              </a:defRPr>
            </a:pPr>
            <a:r>
              <a:rPr sz="1650" b="1">
                <a:solidFill>
                  <a:srgbClr val="E3A62F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251EA-410C-4E53-A4EB-093C9AF6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71345-7B5B-4858-ABFC-A075502D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1FC34-B64D-4780-9871-BD9BFA6A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06E6E-5C8E-4B4D-8C53-ABCC0314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22DB8-EE47-4E55-8A60-920DAA91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BAAA1-3044-438C-AAC5-6328BC1B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E464E-144E-4DC1-9334-72A0F947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E6A53-FE6F-407A-807E-AD7DFD76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E234B-0517-4CE4-BB1E-12C844C0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1752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70F5A-E10E-4626-BB32-8098B7F7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07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48A30-7595-4F82-9BBB-D244E5C4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471E5-1D97-4707-B761-924D3751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0D165-565E-4C86-8AA0-BA5BC21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35426-F4F9-4CAC-8277-88DFA67E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D6C60-E971-4724-8EC5-0C5E251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3A62F"/>
                </a:solidFill>
              </a:defRPr>
            </a:pPr>
            <a:r>
              <a:rPr sz="1950" b="1">
                <a:solidFill>
                  <a:srgbClr val="E3A62F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00C46-BEC7-4F84-99CE-0B78C31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4EE13-B8BB-4D41-B515-786C1BD7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1256101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2026-08-18T08:12:15.8280000Z</dcterms:created>
  <dcterms:modified xsi:type="dcterms:W3CDTF">2026-08-18T08:12:15.8280000Z</dcterms:modified>
</coreProperties>
</file>