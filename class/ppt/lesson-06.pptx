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7ba4e9409b4047" /><Relationship Type="http://schemas.openxmlformats.org/officeDocument/2006/relationships/extended-properties" Target="/docProps/app.xml" Id="R98ddd7f1cb524e2a" /><Relationship Type="http://schemas.openxmlformats.org/officeDocument/2006/relationships/officeDocument" Target="/ppt/presentation.xml" Id="R45e28e370f7e40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d1d93216b74c99"/>
  </p:sldMasterIdLst>
  <p:notesMasterIdLst>
    <p:notesMasterId xmlns:r="http://schemas.openxmlformats.org/officeDocument/2006/relationships" r:id="R15905ab1221a4f83"/>
  </p:notesMasterIdLst>
  <p:sldIdLst>
    <p:sldId xmlns:r="http://schemas.openxmlformats.org/officeDocument/2006/relationships" id="256" r:id="Rc6d0829221c64893"/>
    <p:sldId xmlns:r="http://schemas.openxmlformats.org/officeDocument/2006/relationships" id="257" r:id="R02490bf3545344b6"/>
    <p:sldId xmlns:r="http://schemas.openxmlformats.org/officeDocument/2006/relationships" id="258" r:id="Re86c842108834dfa"/>
    <p:sldId xmlns:r="http://schemas.openxmlformats.org/officeDocument/2006/relationships" id="259" r:id="Rf62578d701c4424d"/>
    <p:sldId xmlns:r="http://schemas.openxmlformats.org/officeDocument/2006/relationships" id="260" r:id="R2c0e7b2fd8324b47"/>
    <p:sldId xmlns:r="http://schemas.openxmlformats.org/officeDocument/2006/relationships" id="261" r:id="R651cf342dc3b45d9"/>
    <p:sldId xmlns:r="http://schemas.openxmlformats.org/officeDocument/2006/relationships" id="262" r:id="Rb87c74bf7f2e40e4"/>
    <p:sldId xmlns:r="http://schemas.openxmlformats.org/officeDocument/2006/relationships" id="263" r:id="R9ecd6d72f5a84f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fff31a67d24490" /><Relationship Type="http://schemas.openxmlformats.org/officeDocument/2006/relationships/slideMaster" Target="/ppt/slideMasters/slideMaster1.xml" Id="Ra3d1d93216b74c99" /><Relationship Type="http://schemas.openxmlformats.org/officeDocument/2006/relationships/notesMaster" Target="/ppt/notesMasters/notesMaster1.xml" Id="R15905ab1221a4f83" /><Relationship Type="http://schemas.openxmlformats.org/officeDocument/2006/relationships/presProps" Target="/ppt/presProps.xml" Id="R8013830f3b434d08" /><Relationship Type="http://schemas.openxmlformats.org/officeDocument/2006/relationships/tableStyles" Target="/ppt/tableStyles.xml" Id="R7f80b1e2983444b7" /><Relationship Type="http://schemas.openxmlformats.org/officeDocument/2006/relationships/slide" Target="/ppt/slides/slide1.xml" Id="Rc6d0829221c64893" /><Relationship Type="http://schemas.openxmlformats.org/officeDocument/2006/relationships/slide" Target="/ppt/slides/slide2.xml" Id="R02490bf3545344b6" /><Relationship Type="http://schemas.openxmlformats.org/officeDocument/2006/relationships/slide" Target="/ppt/slides/slide3.xml" Id="Re86c842108834dfa" /><Relationship Type="http://schemas.openxmlformats.org/officeDocument/2006/relationships/slide" Target="/ppt/slides/slide4.xml" Id="Rf62578d701c4424d" /><Relationship Type="http://schemas.openxmlformats.org/officeDocument/2006/relationships/slide" Target="/ppt/slides/slide5.xml" Id="R2c0e7b2fd8324b47" /><Relationship Type="http://schemas.openxmlformats.org/officeDocument/2006/relationships/slide" Target="/ppt/slides/slide6.xml" Id="R651cf342dc3b45d9" /><Relationship Type="http://schemas.openxmlformats.org/officeDocument/2006/relationships/slide" Target="/ppt/slides/slide7.xml" Id="Rb87c74bf7f2e40e4" /><Relationship Type="http://schemas.openxmlformats.org/officeDocument/2006/relationships/slide" Target="/ppt/slides/slide8.xml" Id="R9ecd6d72f5a84f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e1fd847ddc4e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01b4145752246ab" /><Relationship Type="http://schemas.openxmlformats.org/officeDocument/2006/relationships/notesMaster" Target="/ppt/notesMasters/notesMaster1.xml" Id="Red9c55f2ae5b4e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57bf5b35584060" /><Relationship Type="http://schemas.openxmlformats.org/officeDocument/2006/relationships/notesMaster" Target="/ppt/notesMasters/notesMaster1.xml" Id="R2f16f0fc98e34e3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2f40307cba43bb" /><Relationship Type="http://schemas.openxmlformats.org/officeDocument/2006/relationships/notesMaster" Target="/ppt/notesMasters/notesMaster1.xml" Id="Re0579406f3fd4c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917a60b83c4db4" /><Relationship Type="http://schemas.openxmlformats.org/officeDocument/2006/relationships/notesMaster" Target="/ppt/notesMasters/notesMaster1.xml" Id="R67b1c740779a42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23f9e433b14369" /><Relationship Type="http://schemas.openxmlformats.org/officeDocument/2006/relationships/notesMaster" Target="/ppt/notesMasters/notesMaster1.xml" Id="R882184a1f8b743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f56f1fc1d145fa" /><Relationship Type="http://schemas.openxmlformats.org/officeDocument/2006/relationships/notesMaster" Target="/ppt/notesMasters/notesMaster1.xml" Id="R3d27b31cc40e48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6b16b942fe4ff2" /><Relationship Type="http://schemas.openxmlformats.org/officeDocument/2006/relationships/notesMaster" Target="/ppt/notesMasters/notesMaster1.xml" Id="Re19a1e19846f42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8bcd47fac44ecc" /><Relationship Type="http://schemas.openxmlformats.org/officeDocument/2006/relationships/notesMaster" Target="/ppt/notesMasters/notesMaster1.xml" Id="Rdb292815bd7940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開場：說明這堂課的實作成果與使用情境。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講師提示：goal；請以學員自己的真實題目示範，不用虛構成果。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講師提示：key；請以學員自己的真實題目示範，不用虛構成果。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講師提示：flow；請以學員自己的真實題目示範，不用虛構成果。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講師提示：prompt；請以學員自己的真實題目示範，不用虛構成果。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講師提示：practice；請以學員自己的真實題目示範，不用虛構成果。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講師提示：deliver；請以學員自己的真實題目示範，不用虛構成果。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講師提示：close；請以學員自己的真實題目示範，不用虛構成果。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本頁主要為課程設計與使用者指定內容，無外部非平凡主張。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670fe7cf4a4b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6af3a07ff84a56" /><Relationship Type="http://schemas.openxmlformats.org/officeDocument/2006/relationships/slideLayout" Target="/ppt/slideLayouts/slideLayout1.xml" Id="Rdf8ff1d6510447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8ff1d6510447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b7c2b7cbf45bb" /><Relationship Type="http://schemas.openxmlformats.org/officeDocument/2006/relationships/notesSlide" Target="/ppt/notesSlides/notesSlide1.xml" Id="R60adf59ed42e49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e2dfef51844ecc" /><Relationship Type="http://schemas.openxmlformats.org/officeDocument/2006/relationships/notesSlide" Target="/ppt/notesSlides/notesSlide2.xml" Id="R057dfb5bc4f140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69fa99b684a57" /><Relationship Type="http://schemas.openxmlformats.org/officeDocument/2006/relationships/notesSlide" Target="/ppt/notesSlides/notesSlide3.xml" Id="Rdca70ab5a81c446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b99ad996743de" /><Relationship Type="http://schemas.openxmlformats.org/officeDocument/2006/relationships/notesSlide" Target="/ppt/notesSlides/notesSlide4.xml" Id="Rfbc20a0b2edf42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b799821824662" /><Relationship Type="http://schemas.openxmlformats.org/officeDocument/2006/relationships/notesSlide" Target="/ppt/notesSlides/notesSlide5.xml" Id="R3ba73a769ebb42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a89647f0084111" /><Relationship Type="http://schemas.openxmlformats.org/officeDocument/2006/relationships/notesSlide" Target="/ppt/notesSlides/notesSlide6.xml" Id="Rfb55124b77eb4c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d909d9fc1f4698" /><Relationship Type="http://schemas.openxmlformats.org/officeDocument/2006/relationships/notesSlide" Target="/ppt/notesSlides/notesSlide7.xml" Id="R025219d5f6094f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6cf83a5fe4370" /><Relationship Type="http://schemas.openxmlformats.org/officeDocument/2006/relationships/notesSlide" Target="/ppt/notesSlides/notesSlide8.xml" Id="Rb78a68d26d3a43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7AE12-4DCB-44B7-85E2-DF12FD7E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0"/>
            <a:ext cx="3905250" cy="685800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E3A62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92B39-F803-499C-9393-AEC22110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3A62F"/>
                </a:solidFill>
              </a:defRPr>
            </a:pPr>
            <a:r>
              <a:rPr sz="1200" b="1">
                <a:solidFill>
                  <a:srgbClr val="E3A62F"/>
                </a:solidFill>
              </a:rPr>
              <a:t>第 06 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EFCDC-6017-40DF-B616-39120509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695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111827"/>
                </a:solidFill>
              </a:defRPr>
            </a:pPr>
            <a:r>
              <a:rPr sz="3750" b="1">
                <a:solidFill>
                  <a:srgbClr val="111827"/>
                </a:solidFill>
              </a:rPr>
              <a:t>一份教材生出 5 種遊戲：生成方法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DCD82-833A-4FD2-BEFF-B47F08EA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657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36273"/>
                </a:solidFill>
              </a:defRPr>
            </a:pPr>
            <a:r>
              <a:rPr sz="1800">
                <a:solidFill>
                  <a:srgbClr val="536273"/>
                </a:solidFill>
              </a:rPr>
              <a:t>學會從同一份教材快速產生不同遊戲方向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49BA3F-8536-41CA-AB03-CAFBD110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0975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3A62F"/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7DA2F-03E4-4621-A329-B2859BE2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157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243932-173E-42D4-B304-AEBB3D36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338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今天的作品</a:t>
            </a:r>
          </a:p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5 種遊戲提案比較表</a:t>
            </a:r>
          </a:p>
        </p:txBody>
      </p:sp>
    </p:spTree>
    <p:extLst>
      <p:ext uri="{BB962C8B-B14F-4D97-AF65-F5344CB8AC3E}">
        <p14:creationId xmlns:p14="http://schemas.microsoft.com/office/powerpoint/2010/main" val="10532871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9D3317-DED3-4F35-ABC8-4E2CEBCF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A62F"/>
                </a:solidFill>
              </a:defRPr>
            </a:pPr>
            <a:r>
              <a:rPr sz="975" b="1">
                <a:solidFill>
                  <a:srgbClr val="E3A62F"/>
                </a:solidFill>
              </a:rPr>
              <a:t>AI 工具實戰進階班 / 第 06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A62402-ED2B-457F-9F0A-298DAF29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學習任務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61E118-0EEA-4548-86D7-686C7292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5B74C-8023-472F-A224-9541CEF2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A3821-843E-4D10-A931-450AFE40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今天結束時，你要能完成：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9DA052-8D91-4BD1-A509-E1CBAFAF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理解教材到遊戲的轉換公式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786109-5F41-49DD-BFE6-2DA1ACA3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一次生成 5 種不同遊戲形式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EEC51-B3D9-47F0-81A9-0B66F80E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判斷哪些遊戲真正使用教材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62769-506A-448E-B87A-FCAC45FD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38375"/>
            <a:ext cx="3714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3A62F">
              <a:alpha val="13333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CF7C8F-8046-4D6E-AC1F-C23288E5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19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3A62F"/>
                </a:solidFill>
              </a:defRPr>
            </a:pPr>
            <a:r>
              <a:rPr sz="1800" b="1">
                <a:solidFill>
                  <a:srgbClr val="E3A62F"/>
                </a:solidFill>
              </a:rPr>
              <a:t>完成標準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358A3-3CA2-424C-B76B-355E5E0B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38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5 種遊戲提案比較表</a:t>
            </a:r>
          </a:p>
        </p:txBody>
      </p:sp>
    </p:spTree>
    <p:extLst>
      <p:ext uri="{BB962C8B-B14F-4D97-AF65-F5344CB8AC3E}">
        <p14:creationId xmlns:p14="http://schemas.microsoft.com/office/powerpoint/2010/main" val="20893328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958735-96A5-4609-8B15-77A863A3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A62F"/>
                </a:solidFill>
              </a:defRPr>
            </a:pPr>
            <a:r>
              <a:rPr sz="975" b="1">
                <a:solidFill>
                  <a:srgbClr val="E3A62F"/>
                </a:solidFill>
              </a:rPr>
              <a:t>AI 工具實戰進階班 / 第 06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1276D-4236-49B1-9439-9B5209DF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核心觀念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20043-E97C-4DB6-9B56-D2A6787E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6231B2-9B04-42BD-9C5B-FEE54C71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DAF62D-7304-4FDA-9D8B-F94908128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把這堂課記成三個關鍵決定：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0D75CB-71FA-42B8-A57A-5E771BB30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3A62F">
              <a:alpha val="9412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EFE0EB-556F-4EC5-B0CE-C84007DF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7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3A62F"/>
                </a:solidFill>
              </a:defRPr>
            </a:pPr>
            <a:r>
              <a:rPr sz="1575" b="1">
                <a:solidFill>
                  <a:srgbClr val="E3A62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8ED49-4836-4BE9-A642-19317272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52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RPG 冒險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0DF6D-C8B1-4C0A-AB9B-98129F10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F2716E-05CE-48D1-AC83-FE4AF437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3A62F"/>
                </a:solidFill>
              </a:defRPr>
            </a:pPr>
            <a:r>
              <a:rPr sz="1575" b="1">
                <a:solidFill>
                  <a:srgbClr val="E3A62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6576D-3569-4DE7-9A19-D9E33EC8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052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卡牌配對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DD3840-C892-4272-ADB5-40031936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3A62F">
              <a:alpha val="9412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9F36E-9594-404B-99DF-5464A9AE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3A62F"/>
                </a:solidFill>
              </a:defRPr>
            </a:pPr>
            <a:r>
              <a:rPr sz="1575" b="1">
                <a:solidFill>
                  <a:srgbClr val="E3A62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803E9F-861B-4BF0-9EAB-89868923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57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密室逃脫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AAAE69-4278-41B5-BA11-648971D2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C9FCA1-AA1D-417E-B451-229A0A61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292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3A62F"/>
                </a:solidFill>
              </a:defRPr>
            </a:pPr>
            <a:r>
              <a:rPr sz="1575" b="1">
                <a:solidFill>
                  <a:srgbClr val="E3A62F"/>
                </a:solidFill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5A4563-C270-4DCB-904A-C95F3FED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102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模擬經營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2E8756-13FD-4A7D-B578-7416F214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3A62F">
              <a:alpha val="9412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4DA531-446E-4D56-96C4-443D753A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381750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E3A62F"/>
                </a:solidFill>
              </a:defRPr>
            </a:pPr>
            <a:r>
              <a:rPr sz="1575" b="1">
                <a:solidFill>
                  <a:srgbClr val="E3A62F"/>
                </a:solidFill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E3CBCB-6478-4F48-8DED-89435F02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3627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偵探解謎</a:t>
            </a:r>
          </a:p>
        </p:txBody>
      </p:sp>
    </p:spTree>
    <p:extLst>
      <p:ext uri="{BB962C8B-B14F-4D97-AF65-F5344CB8AC3E}">
        <p14:creationId xmlns:p14="http://schemas.microsoft.com/office/powerpoint/2010/main" val="18982249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26077D-3611-41B6-B224-C18600D8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A62F"/>
                </a:solidFill>
              </a:defRPr>
            </a:pPr>
            <a:r>
              <a:rPr sz="975" b="1">
                <a:solidFill>
                  <a:srgbClr val="E3A62F"/>
                </a:solidFill>
              </a:rPr>
              <a:t>AI 工具實戰進階班 / 第 06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40B8F-B5D0-4CA6-A0EC-FC6D050F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操作流程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F511CC-D5D4-4278-8D64-386FD3B4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3E4A24-01E4-4879-87D3-5A1879B7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F565B-A4CA-4A0D-847D-892F5157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用這條流程，把想法做成可驗收成果：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4B286-93CC-4BDB-8FFD-D63A2197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A62F">
              <a:alpha val="13333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E0288C-BB64-4118-8200-D43FC072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3A62F"/>
                </a:solidFill>
              </a:defRPr>
            </a:pPr>
            <a:r>
              <a:rPr sz="1050" b="1">
                <a:solidFill>
                  <a:srgbClr val="E3A62F"/>
                </a:solidFill>
              </a:rPr>
              <a:t>STEP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873F6-8630-4683-B853-5E954D2D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固定同一份教材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FA2981-437B-4921-8A14-5D9B00AD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81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A62F">
              <a:alpha val="20000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087CB-8393-410A-B34F-04D1498C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33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3A62F"/>
                </a:solidFill>
              </a:defRPr>
            </a:pPr>
            <a:r>
              <a:rPr sz="1050" b="1">
                <a:solidFill>
                  <a:srgbClr val="E3A62F"/>
                </a:solidFill>
              </a:rPr>
              <a:t>STEP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422833-61A1-4DE6-9555-5493C2E0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指定 5 種遊戲類型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1CEAFE-7095-4BDC-8E8F-DE1099A9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81250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A62F">
              <a:alpha val="13333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5F59DF-29AC-4EC5-B446-775A2383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336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3A62F"/>
                </a:solidFill>
              </a:defRPr>
            </a:pPr>
            <a:r>
              <a:rPr sz="1050" b="1">
                <a:solidFill>
                  <a:srgbClr val="E3A62F"/>
                </a:solidFill>
              </a:rPr>
              <a:t>STEP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20418B-09ED-428D-A5E0-4B7D8129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19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要求相同學習目標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B23A0B-5EBB-4DEA-9D88-001F442D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A62F">
              <a:alpha val="20000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D6D0A9-9CD5-4CC7-8B46-8DD1AF20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147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3A62F"/>
                </a:solidFill>
              </a:defRPr>
            </a:pPr>
            <a:r>
              <a:rPr sz="1050" b="1">
                <a:solidFill>
                  <a:srgbClr val="E3A62F"/>
                </a:solidFill>
              </a:rPr>
              <a:t>STEP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CEA715-3698-4429-9C84-30154BDA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005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比較任務與挑戰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EF41B6-9225-4FB4-94D9-D46316E7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62375"/>
            <a:ext cx="304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3A62F">
              <a:alpha val="13333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FC3AE1-6E08-4905-94FF-10EE697A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147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E3A62F"/>
                </a:solidFill>
              </a:defRPr>
            </a:pPr>
            <a:r>
              <a:rPr sz="1050" b="1">
                <a:solidFill>
                  <a:srgbClr val="E3A62F"/>
                </a:solidFill>
              </a:rPr>
              <a:t>STEP 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56A3D6-99B7-4098-AEB1-87FAF640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005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保留來源與限制</a:t>
            </a:r>
          </a:p>
        </p:txBody>
      </p:sp>
    </p:spTree>
    <p:extLst>
      <p:ext uri="{BB962C8B-B14F-4D97-AF65-F5344CB8AC3E}">
        <p14:creationId xmlns:p14="http://schemas.microsoft.com/office/powerpoint/2010/main" val="10030521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DC54E9-4BC8-4B6C-BFE2-9B0AEB9B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A62F"/>
                </a:solidFill>
              </a:defRPr>
            </a:pPr>
            <a:r>
              <a:rPr sz="975" b="1">
                <a:solidFill>
                  <a:srgbClr val="E3A62F"/>
                </a:solidFill>
              </a:rPr>
              <a:t>AI 工具實戰進階班 / 第 06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E4881-A6DE-4912-93F1-E5C98897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可直接使用的提示詞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454D20-18AB-4BCA-A980-A5985523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288302-DCB8-4235-88EE-4F91E840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1E3AB-18B3-4A5F-999D-4B7A28DD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9537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10182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CDDEA-E098-42F2-9C0A-99DB38CD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FFFFFF"/>
                </a:solidFill>
              </a:defRPr>
            </a:pPr>
            <a:r>
              <a:rPr sz="1725">
                <a:solidFill>
                  <a:srgbClr val="FFFFFF"/>
                </a:solidFill>
              </a:rPr>
              <a:t>請根據同一份教材，設計 RPG、卡牌、密室逃脫、模擬經營、偵探解謎 5 種遊戲。每種都要有目標、規則、3 個任務、回饋、獎勵與勝利條件，並標示教材來源。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98608-14AE-429D-BB51-B64B6CF3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3A62F"/>
                </a:solidFill>
              </a:defRPr>
            </a:pPr>
            <a:r>
              <a:rPr sz="1500" b="1">
                <a:solidFill>
                  <a:srgbClr val="E3A62F"/>
                </a:solidFill>
              </a:rPr>
              <a:t>使用原則：先上傳／準備真實資料，再要求 AI 生成；產出後人工檢查。</a:t>
            </a:r>
          </a:p>
        </p:txBody>
      </p:sp>
    </p:spTree>
    <p:extLst>
      <p:ext uri="{BB962C8B-B14F-4D97-AF65-F5344CB8AC3E}">
        <p14:creationId xmlns:p14="http://schemas.microsoft.com/office/powerpoint/2010/main" val="13087401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DA437-D609-431E-8388-ABDD95B2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A62F"/>
                </a:solidFill>
              </a:defRPr>
            </a:pPr>
            <a:r>
              <a:rPr sz="975" b="1">
                <a:solidFill>
                  <a:srgbClr val="E3A62F"/>
                </a:solidFill>
              </a:rPr>
              <a:t>AI 工具實戰進階班 / 第 06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D1313-B9F3-4B86-8923-B32A418AC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課堂實作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83F27-47E9-4D67-8F4D-2EEC49BB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C8FDB-B7D6-44EC-99A9-E261FD69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51761-A494-40D1-B9F1-4C1F4705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請在課堂完成這個最小可行版本：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AFF3AB-8A88-49E4-A6D9-752E38CA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68580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3F6F8"/>
          </a:solidFill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6CC174-EFBF-48D2-8B70-541368E5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11827"/>
                </a:solidFill>
              </a:defRPr>
            </a:pPr>
            <a:r>
              <a:rPr sz="1875" b="1">
                <a:solidFill>
                  <a:srgbClr val="111827"/>
                </a:solidFill>
              </a:rPr>
              <a:t>用一份族語、自然、歷史或數學教材，生成 5 種遊戲提案。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35CBB-E327-4FA7-9037-06EA5C20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8125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3A62F">
              <a:alpha val="13333"/>
            </a:srgbClr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7A859-5A41-4825-8457-E15B69B8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62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3A62F"/>
                </a:solidFill>
              </a:defRPr>
            </a:pPr>
            <a:r>
              <a:rPr sz="1800" b="1">
                <a:solidFill>
                  <a:srgbClr val="E3A62F"/>
                </a:solidFill>
              </a:rPr>
              <a:t>講師檢查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E5204-19A4-4ACC-A92F-38DD56EE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能操作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ADC513-86D7-4279-9821-0A7EB108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33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有輸入與輸出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D10B68-030D-4E1C-90FE-E73C27F8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33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能說明限制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369FC8-F304-4CE1-8EA6-9910AEF7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33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11827"/>
                </a:solidFill>
              </a:defRPr>
            </a:pPr>
            <a:r>
              <a:rPr sz="1500">
                <a:solidFill>
                  <a:srgbClr val="111827"/>
                </a:solidFill>
              </a:rPr>
              <a:t>• 留下版本紀錄</a:t>
            </a:r>
          </a:p>
        </p:txBody>
      </p:sp>
    </p:spTree>
    <p:extLst>
      <p:ext uri="{BB962C8B-B14F-4D97-AF65-F5344CB8AC3E}">
        <p14:creationId xmlns:p14="http://schemas.microsoft.com/office/powerpoint/2010/main" val="9415333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D339B3-7CCD-458F-AC43-9978816A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A62F"/>
                </a:solidFill>
              </a:defRPr>
            </a:pPr>
            <a:r>
              <a:rPr sz="975" b="1">
                <a:solidFill>
                  <a:srgbClr val="E3A62F"/>
                </a:solidFill>
              </a:rPr>
              <a:t>AI 工具實戰進階班 / 第 06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C3F1B-B128-4792-89FF-405D7BCB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交付規格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4BF18-13A3-42B1-B419-D9CB0289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ACB90-0F28-4ED7-8C50-26F4B9E3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7145F2-6765-491D-BAF3-5DB3D077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11827"/>
                </a:solidFill>
              </a:defRPr>
            </a:pPr>
            <a:r>
              <a:rPr sz="2025" b="1">
                <a:solidFill>
                  <a:srgbClr val="111827"/>
                </a:solidFill>
              </a:rPr>
              <a:t>作品包必須讓另一個人接手後也看得懂。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B0090-0814-4713-A5C4-637426D8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3A62F"/>
                </a:solidFill>
              </a:defRPr>
            </a:pPr>
            <a:r>
              <a:rPr sz="1650" b="1">
                <a:solidFill>
                  <a:srgbClr val="E3A62F"/>
                </a:solidFill>
              </a:rPr>
              <a:t>01｜成果檔案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2B7145-B6A6-4D6C-893F-80261384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DE5E7-622B-4CE1-A2BD-77715FA1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813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02｜提示詞或程式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5EAE33-63B3-4DB4-8768-BA8C0889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6232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B5826-2D0D-4232-AB8C-CE02EAE3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03｜輸入資料與來源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044AD4-C00C-43EC-9FF4-BAD0FF52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8DE59A-0665-4656-B2F7-206BF854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814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04｜測試／人工檢查紀錄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9CE43-2D91-4996-8035-860DEC49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62475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CAA77B-2BB2-4338-9405-BB6227F2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05｜操作說明與下一步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9AC7FC-91F6-44C8-952C-D4A81ECF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625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625497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BE3A5A-4795-4986-B01F-8781C5CB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E3A62F"/>
                </a:solidFill>
              </a:defRPr>
            </a:pPr>
            <a:r>
              <a:rPr sz="975" b="1">
                <a:solidFill>
                  <a:srgbClr val="E3A62F"/>
                </a:solidFill>
              </a:rPr>
              <a:t>AI 工具實戰進階班 / 第 06 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01C87-15D8-4EAE-AFA9-FF0305CB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66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課程總結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892CF-BD4F-4103-BED3-CB26CBE1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429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36273"/>
                </a:solidFill>
              </a:defRPr>
            </a:pPr>
            <a:r>
              <a:rPr sz="1050" b="1">
                <a:solidFill>
                  <a:srgbClr val="536273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0E0E7B-F233-4793-888C-934EB20C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A91132-5264-4579-9B3A-E03B9FFB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今天不是把工具玩過一次，而是留下可重複使用的流程。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20133-F198-4B21-90A1-9956FF34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3A62F"/>
                </a:solidFill>
              </a:defRPr>
            </a:pPr>
            <a:r>
              <a:rPr sz="1950" b="1">
                <a:solidFill>
                  <a:srgbClr val="E3A62F"/>
                </a:solidFill>
              </a:rPr>
              <a:t>下一步：把成果放進你的 AI 備課工具箱。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09843E-D011-449E-B4DF-A726B0A8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05000"/>
            <a:ext cx="2095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3A62F"/>
          </a:solidFill>
          <a:ln xmlns:a="http://schemas.openxmlformats.org/drawingml/2006/main" w="9525">
            <a:solidFill>
              <a:srgbClr val="E3A6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F240F-DF60-4BCD-8207-5E196F09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19375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GO</a:t>
            </a:r>
          </a:p>
        </p:txBody>
      </p:sp>
    </p:spTree>
    <p:extLst>
      <p:ext uri="{BB962C8B-B14F-4D97-AF65-F5344CB8AC3E}">
        <p14:creationId xmlns:p14="http://schemas.microsoft.com/office/powerpoint/2010/main" val="20510339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2026-08-18T08:12:15.4040000Z</dcterms:created>
  <dcterms:modified xsi:type="dcterms:W3CDTF">2026-08-18T08:12:15.4040000Z</dcterms:modified>
</coreProperties>
</file>