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2b2ad3874e4a9d" /><Relationship Type="http://schemas.openxmlformats.org/officeDocument/2006/relationships/extended-properties" Target="/docProps/app.xml" Id="R381dff4093864798" /><Relationship Type="http://schemas.openxmlformats.org/officeDocument/2006/relationships/officeDocument" Target="/ppt/presentation.xml" Id="R8c9804ac272a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bcfa89acfd4b77"/>
  </p:sldMasterIdLst>
  <p:notesMasterIdLst>
    <p:notesMasterId xmlns:r="http://schemas.openxmlformats.org/officeDocument/2006/relationships" r:id="Ra6347e068e0b45b2"/>
  </p:notesMasterIdLst>
  <p:sldIdLst>
    <p:sldId xmlns:r="http://schemas.openxmlformats.org/officeDocument/2006/relationships" id="256" r:id="Rf3a80d8322c248b3"/>
    <p:sldId xmlns:r="http://schemas.openxmlformats.org/officeDocument/2006/relationships" id="257" r:id="R81a150f78544407d"/>
    <p:sldId xmlns:r="http://schemas.openxmlformats.org/officeDocument/2006/relationships" id="258" r:id="Ra14f73183dac4e8c"/>
    <p:sldId xmlns:r="http://schemas.openxmlformats.org/officeDocument/2006/relationships" id="259" r:id="Rd55e60142f6a4711"/>
    <p:sldId xmlns:r="http://schemas.openxmlformats.org/officeDocument/2006/relationships" id="260" r:id="Rb0001e435fe64231"/>
    <p:sldId xmlns:r="http://schemas.openxmlformats.org/officeDocument/2006/relationships" id="261" r:id="R8fa7fc715a944614"/>
    <p:sldId xmlns:r="http://schemas.openxmlformats.org/officeDocument/2006/relationships" id="262" r:id="R4009d73daacd406c"/>
    <p:sldId xmlns:r="http://schemas.openxmlformats.org/officeDocument/2006/relationships" id="263" r:id="R6149ab419efa4c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e47bf6525f4e3e" /><Relationship Type="http://schemas.openxmlformats.org/officeDocument/2006/relationships/slideMaster" Target="/ppt/slideMasters/slideMaster1.xml" Id="R16bcfa89acfd4b77" /><Relationship Type="http://schemas.openxmlformats.org/officeDocument/2006/relationships/notesMaster" Target="/ppt/notesMasters/notesMaster1.xml" Id="Ra6347e068e0b45b2" /><Relationship Type="http://schemas.openxmlformats.org/officeDocument/2006/relationships/presProps" Target="/ppt/presProps.xml" Id="R15c9d18f9b1e442e" /><Relationship Type="http://schemas.openxmlformats.org/officeDocument/2006/relationships/tableStyles" Target="/ppt/tableStyles.xml" Id="Rdf796c93b0b44df6" /><Relationship Type="http://schemas.openxmlformats.org/officeDocument/2006/relationships/slide" Target="/ppt/slides/slide1.xml" Id="Rf3a80d8322c248b3" /><Relationship Type="http://schemas.openxmlformats.org/officeDocument/2006/relationships/slide" Target="/ppt/slides/slide2.xml" Id="R81a150f78544407d" /><Relationship Type="http://schemas.openxmlformats.org/officeDocument/2006/relationships/slide" Target="/ppt/slides/slide3.xml" Id="Ra14f73183dac4e8c" /><Relationship Type="http://schemas.openxmlformats.org/officeDocument/2006/relationships/slide" Target="/ppt/slides/slide4.xml" Id="Rd55e60142f6a4711" /><Relationship Type="http://schemas.openxmlformats.org/officeDocument/2006/relationships/slide" Target="/ppt/slides/slide5.xml" Id="Rb0001e435fe64231" /><Relationship Type="http://schemas.openxmlformats.org/officeDocument/2006/relationships/slide" Target="/ppt/slides/slide6.xml" Id="R8fa7fc715a944614" /><Relationship Type="http://schemas.openxmlformats.org/officeDocument/2006/relationships/slide" Target="/ppt/slides/slide7.xml" Id="R4009d73daacd406c" /><Relationship Type="http://schemas.openxmlformats.org/officeDocument/2006/relationships/slide" Target="/ppt/slides/slide8.xml" Id="R6149ab419efa4c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c0cb8d6eb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3aab3fec1b44b6" /><Relationship Type="http://schemas.openxmlformats.org/officeDocument/2006/relationships/notesMaster" Target="/ppt/notesMasters/notesMaster1.xml" Id="R07aec69ee8df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f0293af2045d0" /><Relationship Type="http://schemas.openxmlformats.org/officeDocument/2006/relationships/notesMaster" Target="/ppt/notesMasters/notesMaster1.xml" Id="R124bbe8be0b549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5d3cf8f5e044df" /><Relationship Type="http://schemas.openxmlformats.org/officeDocument/2006/relationships/notesMaster" Target="/ppt/notesMasters/notesMaster1.xml" Id="R8031bed90d21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48befc578b42ec" /><Relationship Type="http://schemas.openxmlformats.org/officeDocument/2006/relationships/notesMaster" Target="/ppt/notesMasters/notesMaster1.xml" Id="Rb3972f868292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090ac6d16a485e" /><Relationship Type="http://schemas.openxmlformats.org/officeDocument/2006/relationships/notesMaster" Target="/ppt/notesMasters/notesMaster1.xml" Id="Rd08226b3403941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70f5f8180498b" /><Relationship Type="http://schemas.openxmlformats.org/officeDocument/2006/relationships/notesMaster" Target="/ppt/notesMasters/notesMaster1.xml" Id="R683a6180f98e4e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414fbefd594913" /><Relationship Type="http://schemas.openxmlformats.org/officeDocument/2006/relationships/notesMaster" Target="/ppt/notesMasters/notesMaster1.xml" Id="Ra07000b4346a4f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5bca0573144981" /><Relationship Type="http://schemas.openxmlformats.org/officeDocument/2006/relationships/notesMaster" Target="/ppt/notesMasters/notesMaster1.xml" Id="R44bafab0e02a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e424b7d024f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500c62674549ed" /><Relationship Type="http://schemas.openxmlformats.org/officeDocument/2006/relationships/slideLayout" Target="/ppt/slideLayouts/slideLayout1.xml" Id="Rf467f22a876c48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7f22a876c48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9819523374cd1" /><Relationship Type="http://schemas.openxmlformats.org/officeDocument/2006/relationships/notesSlide" Target="/ppt/notesSlides/notesSlide1.xml" Id="R060b0851580645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44275d0b54ce7" /><Relationship Type="http://schemas.openxmlformats.org/officeDocument/2006/relationships/notesSlide" Target="/ppt/notesSlides/notesSlide2.xml" Id="R9b2ab5676eec46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03a8834fd4f5f" /><Relationship Type="http://schemas.openxmlformats.org/officeDocument/2006/relationships/notesSlide" Target="/ppt/notesSlides/notesSlide3.xml" Id="R9b9b35cf86324b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8bf58532c484c" /><Relationship Type="http://schemas.openxmlformats.org/officeDocument/2006/relationships/notesSlide" Target="/ppt/notesSlides/notesSlide4.xml" Id="R534ca139ea1b44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01c56352c46e7" /><Relationship Type="http://schemas.openxmlformats.org/officeDocument/2006/relationships/notesSlide" Target="/ppt/notesSlides/notesSlide5.xml" Id="Re4041401b1f84d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2557149f34312" /><Relationship Type="http://schemas.openxmlformats.org/officeDocument/2006/relationships/notesSlide" Target="/ppt/notesSlides/notesSlide6.xml" Id="R4e7bb76eae2446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aabb237724995" /><Relationship Type="http://schemas.openxmlformats.org/officeDocument/2006/relationships/notesSlide" Target="/ppt/notesSlides/notesSlide7.xml" Id="Rdba8a47ca2334a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558dc41f74cbb" /><Relationship Type="http://schemas.openxmlformats.org/officeDocument/2006/relationships/notesSlide" Target="/ppt/notesSlides/notesSlide8.xml" Id="R76a586d1453544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8E3F8-083F-481D-A6CF-7961F405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20045-0BBB-4C53-84B6-EFF0472E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E"/>
                </a:solidFill>
              </a:defRPr>
            </a:pPr>
            <a:r>
              <a:rPr sz="1200" b="1">
                <a:solidFill>
                  <a:srgbClr val="147D7E"/>
                </a:solidFill>
              </a:rPr>
              <a:t>第 08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8A2D-80D7-4862-ABBE-0F93E9E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什麼？我可以用 Gemini 製作自己的 Padlet？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8D985-C4F5-40BB-A0ED-2B5D3118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用 Gemini 規劃一面真正服務課堂的協作牆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3FD85-D92C-43A5-8ECA-59D7DF4A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8EB0F-9D1F-417C-8F6D-41EA9E6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12AE-9E54-4618-A5E1-2C0C55A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Padlet 牆面規劃、發文模板與課堂活動流程</a:t>
            </a:r>
          </a:p>
        </p:txBody>
      </p:sp>
    </p:spTree>
    <p:extLst>
      <p:ext uri="{BB962C8B-B14F-4D97-AF65-F5344CB8AC3E}">
        <p14:creationId xmlns:p14="http://schemas.microsoft.com/office/powerpoint/2010/main" val="432543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5185D-82A8-4B2B-BBB5-AB7B2708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0E1D6-F45A-49A8-A2BB-F809D7CD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F61F7-0981-48F1-86F5-056787CA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63538-529D-48C2-9C18-5B31103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6E073-8A9E-4766-9A13-2FF461ED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5272C-FC7D-4DC2-9F60-CC495598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理解 Padlet 的教學用途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A892E-98A1-4286-8A88-30535017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讓 Gemini 幫你規劃欄位與活動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7776C-F656-4DAC-8F81-0B91813F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建立可參與、可回饋的協作牆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2DD8F-0D63-4FBD-9471-958C803E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1C018-E9A3-4AC2-9530-17660AE5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E"/>
                </a:solidFill>
              </a:defRPr>
            </a:pPr>
            <a:r>
              <a:rPr sz="1800" b="1">
                <a:solidFill>
                  <a:srgbClr val="147D7E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0AAD3-0344-4BF1-8A15-5E981B8D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Padlet 牆面規劃、發文模板與課堂活動流程</a:t>
            </a:r>
          </a:p>
        </p:txBody>
      </p:sp>
    </p:spTree>
    <p:extLst>
      <p:ext uri="{BB962C8B-B14F-4D97-AF65-F5344CB8AC3E}">
        <p14:creationId xmlns:p14="http://schemas.microsoft.com/office/powerpoint/2010/main" val="1748688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FA609D-7575-4F29-B692-C5888333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3452E-9DA3-4F20-80C5-B5D7EB3B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F4E00-96FE-4386-84D5-237D833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94726-6FAB-43A7-A703-0CFC5605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EACE4-B1C3-49B9-99A5-98C4547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0194A-DAD9-41ED-90BF-A353FC4A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507C3-5D73-4419-B8EA-1BC10FFA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E1857-A8D7-47E3-BCD8-F1BAEF39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牆面目的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F4B0B-0388-4E6C-81BF-0D0BA85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6A1B3-C9ED-4D73-A821-9342C85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9E1D4-B190-4083-80FB-50E6F65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欄位結構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8BFF3-DC2D-4DCF-AC84-0A3DAE80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9F9A7-0B29-4762-AF62-C8532F4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FB091-5F89-4557-90C5-5B399D1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學生任務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59B2B-A95C-42A3-B820-A0582EC5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7BF8F-E14D-4D78-9A3B-E7469FB8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54CC2-3988-481A-80E6-2843CC64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回饋規則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E5BEA-4450-47BB-8F47-7CF2EC10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88386-3C04-48A0-920E-947BC0CA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47EA7-557F-49CD-BEC1-E65A73F0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隱私與權限</a:t>
            </a:r>
          </a:p>
        </p:txBody>
      </p:sp>
    </p:spTree>
    <p:extLst>
      <p:ext uri="{BB962C8B-B14F-4D97-AF65-F5344CB8AC3E}">
        <p14:creationId xmlns:p14="http://schemas.microsoft.com/office/powerpoint/2010/main" val="1828589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9A24E-ADD3-4468-A710-4089CEB8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AEFDD-A753-48B2-A5E8-45CC22F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4661E-EB0E-4F51-86C0-342F069C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6383B-B689-4B09-B876-C87690D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6E104-96F7-4BB4-BF9B-55E1B3B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1A669-D431-4716-97D8-AA61E77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EAF9C-7CBE-4403-8590-4024B75F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88DDC-3887-4FDA-8FBA-8D29B7E9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決定課堂任務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F894D-E4B9-4AE3-8983-DBFDCD67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4A9CA-9528-4387-9E62-11CDF17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C2A26-9EAF-490C-A8F8-71B83919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請 Gemini 產生 Padlet 結構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972AA-CC3E-4AF6-916E-29B696F4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BC844-BE51-4351-9330-1A79C0E6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D797C-CC42-41F2-9702-C91657BD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建立欄位與發文規則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4ADDC-4F51-4ED8-B66B-C192F2C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118CC-738B-4B30-933A-EB6137C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6EB29-CB8F-414D-8F31-BFAE2320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加入範例貼文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B5BDA-2C0A-444B-B2CD-2E17CC8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22735-C8E0-439F-BFA4-5A80074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21E3E-C8D9-4B6B-8C48-9DF3A722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設計回饋與收尾活動</a:t>
            </a:r>
          </a:p>
        </p:txBody>
      </p:sp>
    </p:spTree>
    <p:extLst>
      <p:ext uri="{BB962C8B-B14F-4D97-AF65-F5344CB8AC3E}">
        <p14:creationId xmlns:p14="http://schemas.microsoft.com/office/powerpoint/2010/main" val="1073386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2FCC9-BF94-4D34-A279-52A9EC20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F3C83-20DE-4266-82CA-20522806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DBD98-398F-4690-BE5B-E0943E2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DA148-7C5F-4DDE-8A72-328693ED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02879-C454-4E45-880F-E6DA1506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668A7-72AE-416B-9FDB-DE98789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請幫我設計一個 Padlet 課堂協作牆。主題是【填入主題】，學生是【填入對象】，請規劃欄位、每欄任務、學生發文格式、同儕回饋方式、教師總結與隱私提醒。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56CF2-4523-4815-A6DA-5BF7337A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E"/>
                </a:solidFill>
              </a:defRPr>
            </a:pPr>
            <a:r>
              <a:rPr sz="1500" b="1">
                <a:solidFill>
                  <a:srgbClr val="147D7E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387189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E7077-D7A3-4D68-AE91-EE4B16B6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A9406-7857-410C-8077-356EB902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81ECC-FF23-4D0A-B50B-82C1C2E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B2211-FBBF-4313-BBAD-630EF03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B7CA3-0887-43C9-BBEB-BAF933E1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F76C1-AEA7-461E-9488-584BEA5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A98BE-3E14-4C53-9C8F-B640E691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製作一面「課堂任務牆」或「作品展覽牆」，至少包含 4 個欄位與 1 個回饋規則。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FD9D0-F314-46E7-BC11-AA33C504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42B4B-1479-4FF3-BC2A-2F82B87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E"/>
                </a:solidFill>
              </a:defRPr>
            </a:pPr>
            <a:r>
              <a:rPr sz="1800" b="1">
                <a:solidFill>
                  <a:srgbClr val="147D7E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4746F-8502-40C8-A0F0-7BF2DEA4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459CE-6C58-47F7-AFED-2CD82A6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D2543-CC30-48EA-9F33-DD35C2FA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71E1F-97DD-402F-985B-0F3C195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1491154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7BFF6-7F7B-4D07-88AE-BE470FAD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E2084-26F4-4269-9A95-5423BD76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C11B3-32B7-4236-B92D-DAE4814C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6417F-EEF3-4C57-9337-8BE557B2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BE5F3-D3B0-45CA-A93B-76751490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46608-847D-43C1-9419-483CF50C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E"/>
                </a:solidFill>
              </a:defRPr>
            </a:pPr>
            <a:r>
              <a:rPr sz="1650" b="1">
                <a:solidFill>
                  <a:srgbClr val="147D7E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2AC5E-70B3-48C3-9A6E-7CD9E451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A5756-F84B-4AFE-AC57-B7D26A1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16FC8-DCD8-4E67-B969-691956E4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F50D9-6AA1-47E4-9C4D-2288D169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4B391-4DDD-4211-B59A-0768D11C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10205-3D2D-4D05-BAD6-25C686F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C12FE-7FAA-41A6-BF12-731650CB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601BB-0087-4106-9D6B-676F7F1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48030-9977-474B-890A-6BE636AE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3330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FC1A4-4BB0-4607-BFDF-7B268B99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08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25B57-1F1F-4E50-95D6-F59C723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47BAA-8EE9-4E84-BF10-39CA439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05D60-1416-4B08-B884-1CE3DAB2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30F92-A9F8-446F-8358-0B62574F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32A4A-9BF2-4EC2-B4E0-2C0A73FA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7E"/>
                </a:solidFill>
              </a:defRPr>
            </a:pPr>
            <a:r>
              <a:rPr sz="1950" b="1">
                <a:solidFill>
                  <a:srgbClr val="147D7E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32F6E-3422-4019-BD53-C4F5BB5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DC749-BE10-4153-B01C-C66C32D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983085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2026-08-18T08:12:16.2630000Z</dcterms:created>
  <dcterms:modified xsi:type="dcterms:W3CDTF">2026-08-18T08:12:16.2630000Z</dcterms:modified>
</coreProperties>
</file>