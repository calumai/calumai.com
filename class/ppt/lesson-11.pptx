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271d082fb84811" /><Relationship Type="http://schemas.openxmlformats.org/officeDocument/2006/relationships/extended-properties" Target="/docProps/app.xml" Id="Re8ce5455130c42f1" /><Relationship Type="http://schemas.openxmlformats.org/officeDocument/2006/relationships/officeDocument" Target="/ppt/presentation.xml" Id="R63f4aadea9f34a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1f8153309942a2"/>
  </p:sldMasterIdLst>
  <p:notesMasterIdLst>
    <p:notesMasterId xmlns:r="http://schemas.openxmlformats.org/officeDocument/2006/relationships" r:id="Rd153cb10826a48bd"/>
  </p:notesMasterIdLst>
  <p:sldIdLst>
    <p:sldId xmlns:r="http://schemas.openxmlformats.org/officeDocument/2006/relationships" id="256" r:id="R08da2425ddb540a7"/>
    <p:sldId xmlns:r="http://schemas.openxmlformats.org/officeDocument/2006/relationships" id="257" r:id="Rb0be3479872a4e89"/>
    <p:sldId xmlns:r="http://schemas.openxmlformats.org/officeDocument/2006/relationships" id="258" r:id="Ra6197948aecc4535"/>
    <p:sldId xmlns:r="http://schemas.openxmlformats.org/officeDocument/2006/relationships" id="259" r:id="R5e3ef4f8f9dc479b"/>
    <p:sldId xmlns:r="http://schemas.openxmlformats.org/officeDocument/2006/relationships" id="260" r:id="R180853aa759b4b4b"/>
    <p:sldId xmlns:r="http://schemas.openxmlformats.org/officeDocument/2006/relationships" id="261" r:id="R0c6bff4d691a4085"/>
    <p:sldId xmlns:r="http://schemas.openxmlformats.org/officeDocument/2006/relationships" id="262" r:id="Rfac31c386c034812"/>
    <p:sldId xmlns:r="http://schemas.openxmlformats.org/officeDocument/2006/relationships" id="263" r:id="R5ae5fc78c78b43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708dbeef5c40c1" /><Relationship Type="http://schemas.openxmlformats.org/officeDocument/2006/relationships/slideMaster" Target="/ppt/slideMasters/slideMaster1.xml" Id="R4e1f8153309942a2" /><Relationship Type="http://schemas.openxmlformats.org/officeDocument/2006/relationships/notesMaster" Target="/ppt/notesMasters/notesMaster1.xml" Id="Rd153cb10826a48bd" /><Relationship Type="http://schemas.openxmlformats.org/officeDocument/2006/relationships/presProps" Target="/ppt/presProps.xml" Id="R788eb7e24ba64446" /><Relationship Type="http://schemas.openxmlformats.org/officeDocument/2006/relationships/tableStyles" Target="/ppt/tableStyles.xml" Id="Rd4a1123014c14c8c" /><Relationship Type="http://schemas.openxmlformats.org/officeDocument/2006/relationships/slide" Target="/ppt/slides/slide1.xml" Id="R08da2425ddb540a7" /><Relationship Type="http://schemas.openxmlformats.org/officeDocument/2006/relationships/slide" Target="/ppt/slides/slide2.xml" Id="Rb0be3479872a4e89" /><Relationship Type="http://schemas.openxmlformats.org/officeDocument/2006/relationships/slide" Target="/ppt/slides/slide3.xml" Id="Ra6197948aecc4535" /><Relationship Type="http://schemas.openxmlformats.org/officeDocument/2006/relationships/slide" Target="/ppt/slides/slide4.xml" Id="R5e3ef4f8f9dc479b" /><Relationship Type="http://schemas.openxmlformats.org/officeDocument/2006/relationships/slide" Target="/ppt/slides/slide5.xml" Id="R180853aa759b4b4b" /><Relationship Type="http://schemas.openxmlformats.org/officeDocument/2006/relationships/slide" Target="/ppt/slides/slide6.xml" Id="R0c6bff4d691a4085" /><Relationship Type="http://schemas.openxmlformats.org/officeDocument/2006/relationships/slide" Target="/ppt/slides/slide7.xml" Id="Rfac31c386c034812" /><Relationship Type="http://schemas.openxmlformats.org/officeDocument/2006/relationships/slide" Target="/ppt/slides/slide8.xml" Id="R5ae5fc78c78b43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1a3eef4747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0287dcf80b4860" /><Relationship Type="http://schemas.openxmlformats.org/officeDocument/2006/relationships/notesMaster" Target="/ppt/notesMasters/notesMaster1.xml" Id="R4968fd312ad54c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adba9444f44046" /><Relationship Type="http://schemas.openxmlformats.org/officeDocument/2006/relationships/notesMaster" Target="/ppt/notesMasters/notesMaster1.xml" Id="R14f04e8a51724b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40e3b47d742e1" /><Relationship Type="http://schemas.openxmlformats.org/officeDocument/2006/relationships/notesMaster" Target="/ppt/notesMasters/notesMaster1.xml" Id="Rb348130f37f84b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400954aeda4cf0" /><Relationship Type="http://schemas.openxmlformats.org/officeDocument/2006/relationships/notesMaster" Target="/ppt/notesMasters/notesMaster1.xml" Id="R283768c70e9a49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901c7508d14ac4" /><Relationship Type="http://schemas.openxmlformats.org/officeDocument/2006/relationships/notesMaster" Target="/ppt/notesMasters/notesMaster1.xml" Id="R5fcc0f7c6c4c4e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51e8f94b024a60" /><Relationship Type="http://schemas.openxmlformats.org/officeDocument/2006/relationships/notesMaster" Target="/ppt/notesMasters/notesMaster1.xml" Id="R5409ed12382746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1a96037e51483f" /><Relationship Type="http://schemas.openxmlformats.org/officeDocument/2006/relationships/notesMaster" Target="/ppt/notesMasters/notesMaster1.xml" Id="Ref1182bab14342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fffe8f65804ebe" /><Relationship Type="http://schemas.openxmlformats.org/officeDocument/2006/relationships/notesMaster" Target="/ppt/notesMasters/notesMaster1.xml" Id="Rb8611adb1c5940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06166aa34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96a1be65341ef" /><Relationship Type="http://schemas.openxmlformats.org/officeDocument/2006/relationships/slideLayout" Target="/ppt/slideLayouts/slideLayout1.xml" Id="R7c6b0a3f96d9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6b0a3f96d9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f3e56c6794e71" /><Relationship Type="http://schemas.openxmlformats.org/officeDocument/2006/relationships/notesSlide" Target="/ppt/notesSlides/notesSlide1.xml" Id="Rd400d781f1124d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8376813504fc8" /><Relationship Type="http://schemas.openxmlformats.org/officeDocument/2006/relationships/notesSlide" Target="/ppt/notesSlides/notesSlide2.xml" Id="R37d32b69497641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5021541924fb2" /><Relationship Type="http://schemas.openxmlformats.org/officeDocument/2006/relationships/notesSlide" Target="/ppt/notesSlides/notesSlide3.xml" Id="R87efa4c85b5742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f68459e474c24" /><Relationship Type="http://schemas.openxmlformats.org/officeDocument/2006/relationships/notesSlide" Target="/ppt/notesSlides/notesSlide4.xml" Id="R6f0a961b88384b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36c702996410a" /><Relationship Type="http://schemas.openxmlformats.org/officeDocument/2006/relationships/notesSlide" Target="/ppt/notesSlides/notesSlide5.xml" Id="R46a27b0cafa24a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9147f380644ab" /><Relationship Type="http://schemas.openxmlformats.org/officeDocument/2006/relationships/notesSlide" Target="/ppt/notesSlides/notesSlide6.xml" Id="R958177719e8c42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35a5b6d3a4f0d" /><Relationship Type="http://schemas.openxmlformats.org/officeDocument/2006/relationships/notesSlide" Target="/ppt/notesSlides/notesSlide7.xml" Id="Rd97a147c931045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947a01b1d43b6" /><Relationship Type="http://schemas.openxmlformats.org/officeDocument/2006/relationships/notesSlide" Target="/ppt/notesSlides/notesSlide8.xml" Id="R8bec0eaf46cb42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1698B-4688-4B4E-A82A-41D9B21C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807AD-99E9-43DD-AF2A-8CF8830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第 11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6CD59-4A82-4068-A5F8-92BE3CB1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打造你的備課工具箱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FDFD7-4CA2-49FB-8035-A11891D9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把前面做過的工具組成每天真的用得到的流程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FB028-A1FF-46B6-A4DF-3A77F827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35290-F6EC-4468-BBEB-084A3D28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FFF96-E4EF-4556-86BD-1A01648E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個人 AI 備課工具箱、模板包與 SOP</a:t>
            </a:r>
          </a:p>
        </p:txBody>
      </p:sp>
    </p:spTree>
    <p:extLst>
      <p:ext uri="{BB962C8B-B14F-4D97-AF65-F5344CB8AC3E}">
        <p14:creationId xmlns:p14="http://schemas.microsoft.com/office/powerpoint/2010/main" val="1663223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D76B2-D21B-4D0F-9500-0FFFC411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11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9AA65-9023-4ABA-9060-66949A94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0983E-B1B9-40E3-B06B-ABB4A8B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73826-5298-422A-A3BD-0874DCE9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C32FB-E6F7-40BE-8B31-108C65C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8CCAA-1ED8-46CE-BBF7-BF701E0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盤點自己的重複工作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9FEC5-5285-4889-A25C-2D473F12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選擇適合的 AI 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D06F3-AF1F-4DD7-A0A4-00CBED1D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建立可重複使用的備課 SOP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6B330-F543-4BBF-A0E3-3DDA280E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DD029-655F-4331-B849-B0A6C05F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FCA26-3668-4E84-AAE8-E504D49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個人 AI 備課工具箱、模板包與 SOP</a:t>
            </a:r>
          </a:p>
        </p:txBody>
      </p:sp>
    </p:spTree>
    <p:extLst>
      <p:ext uri="{BB962C8B-B14F-4D97-AF65-F5344CB8AC3E}">
        <p14:creationId xmlns:p14="http://schemas.microsoft.com/office/powerpoint/2010/main" val="1624314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80F6F-7054-40E6-80DD-B8CF68EC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11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B4E41-C9DF-4C69-A451-8A46EBF2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FE94B-3FD6-4F29-AEAC-B7BCB0A4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C0059-C894-4EAA-8BA4-0DB602B1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DE34E-85CE-4E7C-9494-BC532C7C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0535C-BF2C-4478-BA30-FC3BF3EA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>
              <a:alpha val="9412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54B08-4551-43FF-A1A1-CAB05FC2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EB0B4-CD89-4738-9394-B3BD0091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資料入口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1139E-C64F-4D98-B305-943C154F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0AE6F-B023-4B17-A397-6D2FE2BB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016A6-7AF5-4EB6-839F-795ADE9D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處理工具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F74BA-6D71-45F1-8539-EDA12D3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>
              <a:alpha val="9412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BEFCE-4E61-4F05-9CC9-0BDA9E94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2424B-FBD7-4D54-9ED1-72995D18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成果出口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E03D8-ACFE-419A-9639-B597AAA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6D14C-E2AD-4503-87BC-B729AFAE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ED1C3-FC69-4CA5-B0BB-E2AEEE8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檢查點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B79B4-2AD8-44E1-BD32-C1BE899F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>
              <a:alpha val="9412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E80A8-AE33-4F63-8FE9-07FD58E9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DC411-582B-4923-BC64-DF7A4E7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6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備份與版本</a:t>
            </a:r>
          </a:p>
        </p:txBody>
      </p:sp>
    </p:spTree>
    <p:extLst>
      <p:ext uri="{BB962C8B-B14F-4D97-AF65-F5344CB8AC3E}">
        <p14:creationId xmlns:p14="http://schemas.microsoft.com/office/powerpoint/2010/main" val="221432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6C320-797E-4708-85B1-ADECD47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11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7F5DF-46FA-437A-9CB0-13EFE12A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DC8EA-87C2-4137-9595-F071E1E6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4A7AC-7575-497C-B968-0FF83AD5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F4BBA-62B1-4BBC-AE02-63EF53B9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955C9-8C09-4486-B742-C7C7B9D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A4787-5AC1-47E7-9F53-89DE1E5E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7AFBE-467D-4F2E-904E-4DE37D78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盤點一週備課工作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9CDF5-C3F3-4DBE-9123-7272E482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16B10-87A5-4EE8-8F85-77BC0247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55C4E-56EB-46CB-BCB6-3088091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挑出最耗時步驟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A9180-B2C0-46C3-AF30-59CCF086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85BFF-33B2-4D69-BB4B-3F620A41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F30BA-7CAB-4906-9C1B-210ADADB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組合 NotebookLM、Gemini、GAS、Padlet、Vids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A1EEF-1FE9-4EC0-B078-7FED4B20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9D5E0-FDF9-465E-BEAA-56FF767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E6259-CAAD-4FDF-B46A-0B4E56D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建立模板與命名規則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4EB7A-9D3F-44F1-A1F9-5273AF4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940E1-1352-468F-9129-D2A17931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E2182-F328-444B-A890-AF457BEA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寫成一頁 SOP</a:t>
            </a:r>
          </a:p>
        </p:txBody>
      </p:sp>
    </p:spTree>
    <p:extLst>
      <p:ext uri="{BB962C8B-B14F-4D97-AF65-F5344CB8AC3E}">
        <p14:creationId xmlns:p14="http://schemas.microsoft.com/office/powerpoint/2010/main" val="1705548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0656-AF42-42CB-9B84-8EC9D11A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11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80C28-DD11-4FB1-83EF-1D3F714E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60A74-65F7-46DD-BE2F-C2844632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D1374-D68E-4B33-AD33-E1AE13E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21FE6-9461-4C9A-9DBF-69A5098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0EE9E-4D97-4984-A863-336FA023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請根據我的備課工作，設計一套可重複使用的 AI 備課工具箱。請分成資料整理、教案設計、題庫、互動活動、影片、簡報與檢查七類，為每類提供工具、輸入、輸出、提示詞、人工檢查與保存位置。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C64BF-CDEE-46A8-866A-54597B7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958769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4A922-9575-46AA-B4BE-F5D98CD7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11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B180B-578E-47AE-B635-2F49381D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7320D-00E6-4192-8768-976B5D6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BE6E6-9E86-4852-99B8-6DA350EF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56910-A5E5-4977-94A1-CE244344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FA71D-10C3-4DAE-A39C-DD245F26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6647F-9982-446C-BD61-752A71B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完成自己的備課工具箱地圖與一頁式 SOP。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B7D5C-E6D0-4D91-B92C-B65A9E3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FD756-C902-43B8-92B4-4B53BFF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B33F9-7D87-4821-A2BD-D7AC09C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93F1D-22F4-4C2F-89A8-58A3C711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4E40C-210C-4C8A-80E1-D34E1937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3A4DD-8B19-4A8E-AF23-8C1B0704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4286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46EBE-63CA-49FF-9D1D-590CD60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11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99CC4-B1B0-4F45-88EB-9E04C348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07867-87C2-4D6F-A531-A512D07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84B28-6579-4FE7-A3C0-411651A6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CE484-D72B-424D-925E-E4E15E11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257F9-D5A4-4E7F-BEFE-44948F7A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52306-8417-42E5-B7C4-5543C725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224FD-C6B3-406F-AFD3-BB7D0A02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84912-30B4-45BB-8EFB-36D7FBD7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C0722-C7C2-4D13-9AA5-CCABC946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24DE6-DC21-441A-AAC6-3697DB34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3162E-BA5A-49D1-829A-01F7262E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5EC57-AB40-4993-9C4A-D4A16B67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5BD90-7C78-4CCD-978D-F4C51D55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25537-229A-4C30-B8A0-D55EB8BD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1825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9B908-A76B-4FDB-8677-BB0F393B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 工具實戰進階班 / 第 11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585B3-71A8-468D-B878-2EFA7A0E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5FDB-6271-49E8-9228-C864C85D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24E2E-5755-4E41-9380-2F924F00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9F3DE-98A6-42B6-AAEB-2284E184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58CD7-28CE-4F36-8475-7CBD63F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8C16B-0C5E-45B6-8F89-0219BD1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58255-C3FF-4706-96DF-53CFE49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1795997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2026-08-18T08:12:17.5860000Z</dcterms:created>
  <dcterms:modified xsi:type="dcterms:W3CDTF">2026-08-18T08:12:17.5860000Z</dcterms:modified>
</coreProperties>
</file>