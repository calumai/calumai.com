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9374016f5443fb" /><Relationship Type="http://schemas.openxmlformats.org/officeDocument/2006/relationships/extended-properties" Target="/docProps/app.xml" Id="Rcf260816a6d24688" /><Relationship Type="http://schemas.openxmlformats.org/officeDocument/2006/relationships/officeDocument" Target="/ppt/presentation.xml" Id="R9cf640cd518d4e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f2231410143e0"/>
  </p:sldMasterIdLst>
  <p:notesMasterIdLst>
    <p:notesMasterId xmlns:r="http://schemas.openxmlformats.org/officeDocument/2006/relationships" r:id="Ra9f0fdde299e4426"/>
  </p:notesMasterIdLst>
  <p:sldIdLst>
    <p:sldId xmlns:r="http://schemas.openxmlformats.org/officeDocument/2006/relationships" id="256" r:id="R5ca79e727af14369"/>
    <p:sldId xmlns:r="http://schemas.openxmlformats.org/officeDocument/2006/relationships" id="257" r:id="R7c495c184ab94ca5"/>
    <p:sldId xmlns:r="http://schemas.openxmlformats.org/officeDocument/2006/relationships" id="258" r:id="R1e37ada7b09d48e7"/>
    <p:sldId xmlns:r="http://schemas.openxmlformats.org/officeDocument/2006/relationships" id="259" r:id="R4597fab5efbc46fa"/>
    <p:sldId xmlns:r="http://schemas.openxmlformats.org/officeDocument/2006/relationships" id="260" r:id="Reb92917dd44d4ba0"/>
    <p:sldId xmlns:r="http://schemas.openxmlformats.org/officeDocument/2006/relationships" id="261" r:id="R75d1f914ed2142f4"/>
    <p:sldId xmlns:r="http://schemas.openxmlformats.org/officeDocument/2006/relationships" id="262" r:id="R4e5c4d3a8a7c4233"/>
    <p:sldId xmlns:r="http://schemas.openxmlformats.org/officeDocument/2006/relationships" id="263" r:id="Rf7870d7f00cf46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a8e23732b457d" /><Relationship Type="http://schemas.openxmlformats.org/officeDocument/2006/relationships/slideMaster" Target="/ppt/slideMasters/slideMaster1.xml" Id="Rf32f2231410143e0" /><Relationship Type="http://schemas.openxmlformats.org/officeDocument/2006/relationships/notesMaster" Target="/ppt/notesMasters/notesMaster1.xml" Id="Ra9f0fdde299e4426" /><Relationship Type="http://schemas.openxmlformats.org/officeDocument/2006/relationships/presProps" Target="/ppt/presProps.xml" Id="R278c23db31b14d55" /><Relationship Type="http://schemas.openxmlformats.org/officeDocument/2006/relationships/tableStyles" Target="/ppt/tableStyles.xml" Id="R114863d5b0d8497b" /><Relationship Type="http://schemas.openxmlformats.org/officeDocument/2006/relationships/slide" Target="/ppt/slides/slide1.xml" Id="R5ca79e727af14369" /><Relationship Type="http://schemas.openxmlformats.org/officeDocument/2006/relationships/slide" Target="/ppt/slides/slide2.xml" Id="R7c495c184ab94ca5" /><Relationship Type="http://schemas.openxmlformats.org/officeDocument/2006/relationships/slide" Target="/ppt/slides/slide3.xml" Id="R1e37ada7b09d48e7" /><Relationship Type="http://schemas.openxmlformats.org/officeDocument/2006/relationships/slide" Target="/ppt/slides/slide4.xml" Id="R4597fab5efbc46fa" /><Relationship Type="http://schemas.openxmlformats.org/officeDocument/2006/relationships/slide" Target="/ppt/slides/slide5.xml" Id="Reb92917dd44d4ba0" /><Relationship Type="http://schemas.openxmlformats.org/officeDocument/2006/relationships/slide" Target="/ppt/slides/slide6.xml" Id="R75d1f914ed2142f4" /><Relationship Type="http://schemas.openxmlformats.org/officeDocument/2006/relationships/slide" Target="/ppt/slides/slide7.xml" Id="R4e5c4d3a8a7c4233" /><Relationship Type="http://schemas.openxmlformats.org/officeDocument/2006/relationships/slide" Target="/ppt/slides/slide8.xml" Id="Rf7870d7f00cf46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6e870198134b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84e0535f3d4a63" /><Relationship Type="http://schemas.openxmlformats.org/officeDocument/2006/relationships/notesMaster" Target="/ppt/notesMasters/notesMaster1.xml" Id="R0f70698c6b664e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5ca5f02bd24cdd" /><Relationship Type="http://schemas.openxmlformats.org/officeDocument/2006/relationships/notesMaster" Target="/ppt/notesMasters/notesMaster1.xml" Id="Rcf7cc33a232049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96eb0513e94f58" /><Relationship Type="http://schemas.openxmlformats.org/officeDocument/2006/relationships/notesMaster" Target="/ppt/notesMasters/notesMaster1.xml" Id="R49305d4d3b8649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087fa0ade94585" /><Relationship Type="http://schemas.openxmlformats.org/officeDocument/2006/relationships/notesMaster" Target="/ppt/notesMasters/notesMaster1.xml" Id="R989cd03a21ae49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cf356cf41a4a6b" /><Relationship Type="http://schemas.openxmlformats.org/officeDocument/2006/relationships/notesMaster" Target="/ppt/notesMasters/notesMaster1.xml" Id="R95dfb2d797a040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644a49cf30480c" /><Relationship Type="http://schemas.openxmlformats.org/officeDocument/2006/relationships/notesMaster" Target="/ppt/notesMasters/notesMaster1.xml" Id="R88e7a7af084a48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27997046d84f85" /><Relationship Type="http://schemas.openxmlformats.org/officeDocument/2006/relationships/notesMaster" Target="/ppt/notesMasters/notesMaster1.xml" Id="R7ad0c6fafa3641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4e03edb5164e42" /><Relationship Type="http://schemas.openxmlformats.org/officeDocument/2006/relationships/notesMaster" Target="/ppt/notesMasters/notesMaster1.xml" Id="Re2ea150b00d34f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https://support.google.com/a/users/answer/14819770?hl=en</a:t>
            </a:r>
          </a:p>
          <a:p xmlns:a="http://schemas.openxmlformats.org/drawingml/2006/main">
            <a:r>
              <a:t>- https://support.google.com/docs/answer/15082958?hl=en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07a2472a74c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924ed181d430c" /><Relationship Type="http://schemas.openxmlformats.org/officeDocument/2006/relationships/slideLayout" Target="/ppt/slideLayouts/slideLayout1.xml" Id="R3527f68b9205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7f68b9205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812c75f584ea5" /><Relationship Type="http://schemas.openxmlformats.org/officeDocument/2006/relationships/notesSlide" Target="/ppt/notesSlides/notesSlide1.xml" Id="R9bf10cc9d15742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cc69c110e4fdb" /><Relationship Type="http://schemas.openxmlformats.org/officeDocument/2006/relationships/notesSlide" Target="/ppt/notesSlides/notesSlide2.xml" Id="R75bb20521bfc4b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e1bd78a044558" /><Relationship Type="http://schemas.openxmlformats.org/officeDocument/2006/relationships/notesSlide" Target="/ppt/notesSlides/notesSlide3.xml" Id="R3880f5ce7c2946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3e86dbe1942dd" /><Relationship Type="http://schemas.openxmlformats.org/officeDocument/2006/relationships/notesSlide" Target="/ppt/notesSlides/notesSlide4.xml" Id="R01e987a8b1c1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368a74a6944f4" /><Relationship Type="http://schemas.openxmlformats.org/officeDocument/2006/relationships/notesSlide" Target="/ppt/notesSlides/notesSlide5.xml" Id="R949fb9c856aa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af7d473f547bd" /><Relationship Type="http://schemas.openxmlformats.org/officeDocument/2006/relationships/notesSlide" Target="/ppt/notesSlides/notesSlide6.xml" Id="R0b8c6eb2a29f4e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97a189ee64908" /><Relationship Type="http://schemas.openxmlformats.org/officeDocument/2006/relationships/notesSlide" Target="/ppt/notesSlides/notesSlide7.xml" Id="Rbd925ee90ea246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41cd580c64e87" /><Relationship Type="http://schemas.openxmlformats.org/officeDocument/2006/relationships/notesSlide" Target="/ppt/notesSlides/notesSlide8.xml" Id="Ree1f31a228244d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36310-A221-45FC-A43E-493FD258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D4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96F50-E000-4427-A35D-B9FA0868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5A4A"/>
                </a:solidFill>
              </a:defRPr>
            </a:pPr>
            <a:r>
              <a:rPr sz="1200" b="1">
                <a:solidFill>
                  <a:srgbClr val="D45A4A"/>
                </a:solidFill>
              </a:rPr>
              <a:t>第 10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E0279-F643-4B5E-9D0F-16237B7D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Google Vids：故事有聲書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E36B3-AA33-498E-AA5A-4CD82426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把故事教材變成有畫面、有聲音、有節奏的影片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4AF6A-B7CA-4A6D-B719-87D3D01E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45A4A"/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9AA1B-E84D-4FF0-8757-7D97F3B0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53099-779F-43DD-8F32-011CCC8E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故事有聲書影片與腳本</a:t>
            </a:r>
          </a:p>
        </p:txBody>
      </p:sp>
    </p:spTree>
    <p:extLst>
      <p:ext uri="{BB962C8B-B14F-4D97-AF65-F5344CB8AC3E}">
        <p14:creationId xmlns:p14="http://schemas.microsoft.com/office/powerpoint/2010/main" val="626507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FC052-9595-4AA3-AF45-5691C02D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10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FA363-666A-4D5E-B420-D0091841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50349-BA3F-4711-8C1D-995EF39D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B3881-9BE0-4D50-9D4D-C483C74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69825-4EED-4BC0-8DA3-6090A19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08BDB-71AF-4794-9D6B-0DC8EB96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用故事結構規劃影片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C1CCE-64D0-46E0-BBC8-B5087D90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 Vids 產生分鏡、腳本與旁白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20982-2BD7-4847-868E-BF3C33D0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完成可播放的故事有聲書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548C4-FA61-42F9-AEAA-5FE71EE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216E4-123E-4581-BB0D-32ACBB83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5A4A"/>
                </a:solidFill>
              </a:defRPr>
            </a:pPr>
            <a:r>
              <a:rPr sz="1800" b="1">
                <a:solidFill>
                  <a:srgbClr val="D45A4A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451E3-A1F7-4FEE-AA68-ADF2590D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故事有聲書影片與腳本</a:t>
            </a:r>
          </a:p>
        </p:txBody>
      </p:sp>
    </p:spTree>
    <p:extLst>
      <p:ext uri="{BB962C8B-B14F-4D97-AF65-F5344CB8AC3E}">
        <p14:creationId xmlns:p14="http://schemas.microsoft.com/office/powerpoint/2010/main" val="1254988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A8150-27AD-4ADA-ABB3-D896D96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10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EE40C-10D0-4E86-8B9B-001B147C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94518-D80C-48AD-8E7F-7F935593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1F476-072D-4053-80AC-57FB9EE0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237BE-FA08-4825-B8AE-CFB90E9D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765FE-D937-4478-B8E2-5890756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45A4A">
              <a:alpha val="9412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DF3ED-A1B5-4598-AA7E-1B252E4D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66C6D-4FDA-48BA-973E-BD0B0263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角色與場景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E1157-71E6-4326-BDF4-326C3AB7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B6214-D651-4CDD-84CC-45E5CA1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1FC05-0007-4E9E-9A61-FE1E6BA1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旁白與對話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E18BB-6372-4515-BB75-EB53D6D3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45A4A">
              <a:alpha val="9412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B4D34-EA51-498F-BB5A-D9EC514A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2405A-3541-40A3-93E2-CD3AFE4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聲音節奏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71945-83DA-433B-A269-C52D1A5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D8253-75E7-403F-BA78-2AE08BFE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01560-39B4-4704-B70D-1E554B6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畫面連貫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ACE69-2551-46BA-899C-4E6A06C3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45A4A">
              <a:alpha val="9412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5FC7C-A1E6-414F-B583-FF3A03A0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5A4A"/>
                </a:solidFill>
              </a:defRPr>
            </a:pPr>
            <a:r>
              <a:rPr sz="1575" b="1">
                <a:solidFill>
                  <a:srgbClr val="D45A4A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EA4E5-165F-48F2-AD07-54D824E4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片尾學習任務</a:t>
            </a:r>
          </a:p>
        </p:txBody>
      </p:sp>
    </p:spTree>
    <p:extLst>
      <p:ext uri="{BB962C8B-B14F-4D97-AF65-F5344CB8AC3E}">
        <p14:creationId xmlns:p14="http://schemas.microsoft.com/office/powerpoint/2010/main" val="403592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5F0BD-FD1F-441A-B193-01765E74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10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57F0A-C87B-42AB-BC51-26766DE0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90AE8-08D5-4EB7-AB86-1082CBE3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256EA-7297-43CB-BDE0-8E0E20CE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83F65-9DEE-4070-B45E-8F99F41C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4D493-FE6F-4B16-84FC-C599CAAE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16A24-86AD-406F-A8E1-0AA93BA9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5A4A"/>
                </a:solidFill>
              </a:defRPr>
            </a:pPr>
            <a:r>
              <a:rPr sz="1050" b="1">
                <a:solidFill>
                  <a:srgbClr val="D45A4A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1E453-C6AE-402D-AECD-84F68634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整理故事素材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265CD-A9D9-4277-972F-F0AC11A0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18A0D-D939-48E3-894D-9866514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21A3A-E02E-4646-81F0-2A41DD3C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請 Gemini 產生 outline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C6DDD-0443-44DF-8D02-E911FC4D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E7540-0839-471C-A30E-130CDCF4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5A4A"/>
                </a:solidFill>
              </a:defRPr>
            </a:pPr>
            <a:r>
              <a:rPr sz="1050" b="1">
                <a:solidFill>
                  <a:srgbClr val="D45A4A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0CB06-C39C-493C-BA4A-2A29F751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確認每幕腳本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F8AA4-F4DF-4A1E-9AFC-5735BB2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96ECF-F45A-45C2-84C8-F3C13182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614FD-484A-4067-B4C0-E17F529F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加入旁白與媒體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23AE1-4E23-41A2-9911-15AFF462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DE7A4-9664-484E-87B4-C5963ACB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5A4A"/>
                </a:solidFill>
              </a:defRPr>
            </a:pPr>
            <a:r>
              <a:rPr sz="1050" b="1">
                <a:solidFill>
                  <a:srgbClr val="D45A4A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7DFBB-3656-472F-874F-26D12D80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輸出並檢查字幕與音量</a:t>
            </a:r>
          </a:p>
        </p:txBody>
      </p:sp>
    </p:spTree>
    <p:extLst>
      <p:ext uri="{BB962C8B-B14F-4D97-AF65-F5344CB8AC3E}">
        <p14:creationId xmlns:p14="http://schemas.microsoft.com/office/powerpoint/2010/main" val="175387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8E402-633F-4918-B552-6541AA5B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10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96AAC-1B7D-4596-BAF8-542FCC31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59080-6D9E-42DD-AABD-05ACD73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4055A-3663-40B1-B6C9-91C48B4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FB2B8-FA0A-4491-A361-4843003F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01525-5DE4-45B7-9312-2391F66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請把這份故事教材改編成 Google Vids 有聲書。請提供 8–10 幕分鏡、每幕畫面描述、旁白、角色對話、字幕、音效建議與片尾理解問題；不要新增來源沒有的文化或語言資訊。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09E17-A198-4BFC-B8B2-49CF5CB8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45A4A"/>
                </a:solidFill>
              </a:defRPr>
            </a:pPr>
            <a:r>
              <a:rPr sz="1500" b="1">
                <a:solidFill>
                  <a:srgbClr val="D45A4A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1414612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83B5C-E72E-49DF-A379-9A23585A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10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70A27-E8B0-4BA7-BEE1-812DE22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33C50-8259-47AD-9EC8-38A8F5CE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75B92-243E-406A-9EEE-86870693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21D74-DDDD-467C-BE89-EF773F8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C77A3-FFB2-4BB2-B2D3-B6635E84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C1240-D9BC-44DA-BD3D-6A99C50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完成一支 2–3 分鐘故事有聲書，加入片尾 3 題理解問題。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B8B35-6E69-4FFE-BBFC-52DF4A6E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45A4A">
              <a:alpha val="13333"/>
            </a:srgbClr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A3DB0-68C7-4E67-9EA0-0598A0C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5A4A"/>
                </a:solidFill>
              </a:defRPr>
            </a:pPr>
            <a:r>
              <a:rPr sz="1800" b="1">
                <a:solidFill>
                  <a:srgbClr val="D45A4A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CE5BE-2A5B-4C1A-9208-B8D5AFA1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E6E04-0822-4A0E-94F6-0CD9204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108F5-43C6-4032-85FF-114F08D5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74D67-C177-4F1C-9D9A-D61D86D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1125155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6B87A-7848-40A5-91C2-0546889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10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42D92-3382-4305-8894-710FC9CF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6931E-AF78-443B-AD95-AFA3CA96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673B0-D92F-46EB-B121-13687842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7F9BE-3648-4211-8767-5F4D550F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7D7F9-32C6-419D-A539-891F3DFE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5A4A"/>
                </a:solidFill>
              </a:defRPr>
            </a:pPr>
            <a:r>
              <a:rPr sz="1650" b="1">
                <a:solidFill>
                  <a:srgbClr val="D45A4A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D7213-C3DF-4015-8335-1AAB1765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F60CD-9EA5-41E6-A248-2B623F56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38A42-BCC1-4854-84D8-FA5B509B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22A9F-5E9B-4844-B371-66647021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E3AB4-1D44-409A-AA0D-6EAFAA5D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8B855-F615-4A03-9C43-3A45BAAC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885E2-6236-49EC-A99F-AC7095C3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34A1E-7E4A-490B-AD27-E7A0AD5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96484-C223-460B-BCE0-8A4AB868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575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F8271-930F-4E68-8389-08A4D71A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5A4A"/>
                </a:solidFill>
              </a:defRPr>
            </a:pPr>
            <a:r>
              <a:rPr sz="975" b="1">
                <a:solidFill>
                  <a:srgbClr val="D45A4A"/>
                </a:solidFill>
              </a:rPr>
              <a:t>AI 工具實戰進階班 / 第 10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D9581-D565-4933-9CDD-155D9B1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65606-ED8A-421E-A751-6C5E366A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3AA8C-B1FF-41D8-B4E9-0934A1CB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3404A-3039-46C5-A923-CB88F2B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93A28-489A-4DBA-9081-D93A4824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45A4A"/>
                </a:solidFill>
              </a:defRPr>
            </a:pPr>
            <a:r>
              <a:rPr sz="1950" b="1">
                <a:solidFill>
                  <a:srgbClr val="D45A4A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4E9D3-8976-4B01-84B2-BC92F06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45A4A"/>
          </a:solidFill>
          <a:ln xmlns:a="http://schemas.openxmlformats.org/drawingml/2006/main" w="9525">
            <a:solidFill>
              <a:srgbClr val="D45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0F1E9-6762-4962-B747-A4637622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1876798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2026-08-18T08:12:17.0770000Z</dcterms:created>
  <dcterms:modified xsi:type="dcterms:W3CDTF">2026-08-18T08:12:17.0770000Z</dcterms:modified>
</coreProperties>
</file>